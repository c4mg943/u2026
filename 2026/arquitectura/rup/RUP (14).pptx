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87" r:id="rId10"/>
    <p:sldId id="288" r:id="rId11"/>
    <p:sldId id="263" r:id="rId12"/>
    <p:sldId id="265" r:id="rId13"/>
    <p:sldId id="266" r:id="rId14"/>
    <p:sldId id="267" r:id="rId15"/>
    <p:sldId id="294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91" r:id="rId33"/>
    <p:sldId id="289" r:id="rId34"/>
    <p:sldId id="290" r:id="rId35"/>
    <p:sldId id="298" r:id="rId36"/>
    <p:sldId id="286" r:id="rId37"/>
    <p:sldId id="293" r:id="rId38"/>
    <p:sldId id="292" r:id="rId39"/>
    <p:sldId id="296" r:id="rId40"/>
    <p:sldId id="297" r:id="rId4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62" autoAdjust="0"/>
    <p:restoredTop sz="87367" autoAdjust="0"/>
  </p:normalViewPr>
  <p:slideViewPr>
    <p:cSldViewPr>
      <p:cViewPr varScale="1">
        <p:scale>
          <a:sx n="60" d="100"/>
          <a:sy n="60" d="100"/>
        </p:scale>
        <p:origin x="102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image" Target="../media/image4.gif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image" Target="../media/image4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6ECAD2-EB75-4476-8953-7773E40B5F6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6F947DE-6AF2-4426-AF20-BF213F49D29F}">
      <dgm:prSet/>
      <dgm:spPr/>
      <dgm:t>
        <a:bodyPr/>
        <a:lstStyle/>
        <a:p>
          <a:pPr rtl="0"/>
          <a:r>
            <a:rPr lang="es-CO" dirty="0"/>
            <a:t>Antecedentes.</a:t>
          </a:r>
        </a:p>
      </dgm:t>
    </dgm:pt>
    <dgm:pt modelId="{967A3D60-D23A-449C-9A98-BE3CC1A2CCB3}" type="parTrans" cxnId="{AA191451-D4DE-4212-AEFC-B1FAA539DD07}">
      <dgm:prSet/>
      <dgm:spPr/>
      <dgm:t>
        <a:bodyPr/>
        <a:lstStyle/>
        <a:p>
          <a:endParaRPr lang="es-CO"/>
        </a:p>
      </dgm:t>
    </dgm:pt>
    <dgm:pt modelId="{8B28B035-D8CB-4E4A-BDCA-FD6A41727303}" type="sibTrans" cxnId="{AA191451-D4DE-4212-AEFC-B1FAA539DD07}">
      <dgm:prSet/>
      <dgm:spPr/>
      <dgm:t>
        <a:bodyPr/>
        <a:lstStyle/>
        <a:p>
          <a:endParaRPr lang="es-CO"/>
        </a:p>
      </dgm:t>
    </dgm:pt>
    <dgm:pt modelId="{0A45B87F-8DD4-4918-9C6F-EF28AF453A12}">
      <dgm:prSet/>
      <dgm:spPr/>
      <dgm:t>
        <a:bodyPr/>
        <a:lstStyle/>
        <a:p>
          <a:pPr rtl="0"/>
          <a:r>
            <a:rPr lang="es-CO" dirty="0"/>
            <a:t>Características.</a:t>
          </a:r>
        </a:p>
      </dgm:t>
    </dgm:pt>
    <dgm:pt modelId="{D2A43182-F981-4D2C-B310-92A52E2B9D09}" type="parTrans" cxnId="{19992551-6319-4735-AABD-3257D7809A97}">
      <dgm:prSet/>
      <dgm:spPr/>
      <dgm:t>
        <a:bodyPr/>
        <a:lstStyle/>
        <a:p>
          <a:endParaRPr lang="es-CO"/>
        </a:p>
      </dgm:t>
    </dgm:pt>
    <dgm:pt modelId="{144649E2-3940-4B2C-A2AA-93F4367436BC}" type="sibTrans" cxnId="{19992551-6319-4735-AABD-3257D7809A97}">
      <dgm:prSet/>
      <dgm:spPr/>
      <dgm:t>
        <a:bodyPr/>
        <a:lstStyle/>
        <a:p>
          <a:endParaRPr lang="es-CO"/>
        </a:p>
      </dgm:t>
    </dgm:pt>
    <dgm:pt modelId="{B1F58845-1DF2-43D9-AC37-397E01FA1BE1}">
      <dgm:prSet/>
      <dgm:spPr/>
      <dgm:t>
        <a:bodyPr/>
        <a:lstStyle/>
        <a:p>
          <a:pPr rtl="0"/>
          <a:r>
            <a:rPr lang="es-CO" dirty="0"/>
            <a:t>Productos y Ejemplo</a:t>
          </a:r>
        </a:p>
      </dgm:t>
    </dgm:pt>
    <dgm:pt modelId="{B6A60159-AC37-4C41-A08E-4C92FEE8BEC7}" type="parTrans" cxnId="{06A9DC3F-746B-4105-9657-B25EA9A059A4}">
      <dgm:prSet/>
      <dgm:spPr/>
      <dgm:t>
        <a:bodyPr/>
        <a:lstStyle/>
        <a:p>
          <a:endParaRPr lang="es-CO"/>
        </a:p>
      </dgm:t>
    </dgm:pt>
    <dgm:pt modelId="{8A0E3D41-61C0-43C4-AB1E-09E997E915F9}" type="sibTrans" cxnId="{06A9DC3F-746B-4105-9657-B25EA9A059A4}">
      <dgm:prSet/>
      <dgm:spPr/>
      <dgm:t>
        <a:bodyPr/>
        <a:lstStyle/>
        <a:p>
          <a:endParaRPr lang="es-CO"/>
        </a:p>
      </dgm:t>
    </dgm:pt>
    <dgm:pt modelId="{F00E1CB0-0D29-487D-9352-484B2E98C8AB}">
      <dgm:prSet/>
      <dgm:spPr/>
      <dgm:t>
        <a:bodyPr/>
        <a:lstStyle/>
        <a:p>
          <a:pPr rtl="0"/>
          <a:r>
            <a:rPr lang="es-CO" dirty="0"/>
            <a:t>Que es</a:t>
          </a:r>
          <a:r>
            <a:rPr lang="en-US" dirty="0"/>
            <a:t> ?</a:t>
          </a:r>
          <a:endParaRPr lang="es-CO" dirty="0"/>
        </a:p>
      </dgm:t>
    </dgm:pt>
    <dgm:pt modelId="{FBB8AD74-B54D-44AA-84DC-6D0D43F38EB4}" type="parTrans" cxnId="{5FFC50CB-80E9-4A86-9BBD-3A0FD6741E61}">
      <dgm:prSet/>
      <dgm:spPr/>
      <dgm:t>
        <a:bodyPr/>
        <a:lstStyle/>
        <a:p>
          <a:endParaRPr lang="es-CO"/>
        </a:p>
      </dgm:t>
    </dgm:pt>
    <dgm:pt modelId="{4E72A6B1-0EE7-4579-A15B-C9C90678E9FB}" type="sibTrans" cxnId="{5FFC50CB-80E9-4A86-9BBD-3A0FD6741E61}">
      <dgm:prSet/>
      <dgm:spPr/>
      <dgm:t>
        <a:bodyPr/>
        <a:lstStyle/>
        <a:p>
          <a:endParaRPr lang="es-CO"/>
        </a:p>
      </dgm:t>
    </dgm:pt>
    <dgm:pt modelId="{B4E13ACB-A3B5-4726-97AD-59844E1E19A7}">
      <dgm:prSet/>
      <dgm:spPr/>
      <dgm:t>
        <a:bodyPr/>
        <a:lstStyle/>
        <a:p>
          <a:pPr rtl="0"/>
          <a:r>
            <a:rPr lang="es-CO" dirty="0"/>
            <a:t>Fases y Flujos de trabajo fundamentales del RUP</a:t>
          </a:r>
        </a:p>
      </dgm:t>
    </dgm:pt>
    <dgm:pt modelId="{73B5A807-E83C-451D-BF64-2CF23C9AC062}" type="parTrans" cxnId="{AF47B52E-8A03-45F2-B9A2-245E484597F2}">
      <dgm:prSet/>
      <dgm:spPr/>
      <dgm:t>
        <a:bodyPr/>
        <a:lstStyle/>
        <a:p>
          <a:endParaRPr lang="es-CO"/>
        </a:p>
      </dgm:t>
    </dgm:pt>
    <dgm:pt modelId="{522D4626-E89B-484F-A588-D732114A3CEE}" type="sibTrans" cxnId="{AF47B52E-8A03-45F2-B9A2-245E484597F2}">
      <dgm:prSet/>
      <dgm:spPr/>
      <dgm:t>
        <a:bodyPr/>
        <a:lstStyle/>
        <a:p>
          <a:endParaRPr lang="es-CO"/>
        </a:p>
      </dgm:t>
    </dgm:pt>
    <dgm:pt modelId="{5EDEEFCF-A961-4650-93F0-E73A11824C5F}" type="pres">
      <dgm:prSet presAssocID="{3D6ECAD2-EB75-4476-8953-7773E40B5F62}" presName="Name0" presStyleCnt="0">
        <dgm:presLayoutVars>
          <dgm:chMax val="7"/>
          <dgm:chPref val="7"/>
          <dgm:dir/>
        </dgm:presLayoutVars>
      </dgm:prSet>
      <dgm:spPr/>
    </dgm:pt>
    <dgm:pt modelId="{2267A6CF-EFE1-4A33-867F-F625AC6841DC}" type="pres">
      <dgm:prSet presAssocID="{3D6ECAD2-EB75-4476-8953-7773E40B5F62}" presName="Name1" presStyleCnt="0"/>
      <dgm:spPr/>
    </dgm:pt>
    <dgm:pt modelId="{B59CA228-9C9B-4F81-9A35-8109EE652E66}" type="pres">
      <dgm:prSet presAssocID="{3D6ECAD2-EB75-4476-8953-7773E40B5F62}" presName="cycle" presStyleCnt="0"/>
      <dgm:spPr/>
    </dgm:pt>
    <dgm:pt modelId="{7164EAE9-0D66-45A1-A531-DEC0C2E7E578}" type="pres">
      <dgm:prSet presAssocID="{3D6ECAD2-EB75-4476-8953-7773E40B5F62}" presName="srcNode" presStyleLbl="node1" presStyleIdx="0" presStyleCnt="5"/>
      <dgm:spPr/>
    </dgm:pt>
    <dgm:pt modelId="{E0282388-212E-4798-9F34-A5872DD522E8}" type="pres">
      <dgm:prSet presAssocID="{3D6ECAD2-EB75-4476-8953-7773E40B5F62}" presName="conn" presStyleLbl="parChTrans1D2" presStyleIdx="0" presStyleCnt="1"/>
      <dgm:spPr/>
    </dgm:pt>
    <dgm:pt modelId="{333E98DF-50B1-48C7-A31A-6B7F02C38942}" type="pres">
      <dgm:prSet presAssocID="{3D6ECAD2-EB75-4476-8953-7773E40B5F62}" presName="extraNode" presStyleLbl="node1" presStyleIdx="0" presStyleCnt="5"/>
      <dgm:spPr/>
    </dgm:pt>
    <dgm:pt modelId="{660CCA8B-8FC8-418B-959A-355564C6D6FC}" type="pres">
      <dgm:prSet presAssocID="{3D6ECAD2-EB75-4476-8953-7773E40B5F62}" presName="dstNode" presStyleLbl="node1" presStyleIdx="0" presStyleCnt="5"/>
      <dgm:spPr/>
    </dgm:pt>
    <dgm:pt modelId="{44B5FE43-0522-41AD-8E02-9CB4295E0BF8}" type="pres">
      <dgm:prSet presAssocID="{F00E1CB0-0D29-487D-9352-484B2E98C8AB}" presName="text_1" presStyleLbl="node1" presStyleIdx="0" presStyleCnt="5">
        <dgm:presLayoutVars>
          <dgm:bulletEnabled val="1"/>
        </dgm:presLayoutVars>
      </dgm:prSet>
      <dgm:spPr/>
    </dgm:pt>
    <dgm:pt modelId="{3DEA5800-DD25-472D-A22A-B1AB024448B1}" type="pres">
      <dgm:prSet presAssocID="{F00E1CB0-0D29-487D-9352-484B2E98C8AB}" presName="accent_1" presStyleCnt="0"/>
      <dgm:spPr/>
    </dgm:pt>
    <dgm:pt modelId="{3A2FB12F-65D2-44B9-AE5E-886C746BDD23}" type="pres">
      <dgm:prSet presAssocID="{F00E1CB0-0D29-487D-9352-484B2E98C8AB}" presName="accentRepeatNode" presStyleLbl="solidFgAcc1" presStyleIdx="0" presStyleCnt="5"/>
      <dgm:spPr/>
    </dgm:pt>
    <dgm:pt modelId="{E21792C9-A668-47C8-8AF2-9656105C9B34}" type="pres">
      <dgm:prSet presAssocID="{E6F947DE-6AF2-4426-AF20-BF213F49D29F}" presName="text_2" presStyleLbl="node1" presStyleIdx="1" presStyleCnt="5">
        <dgm:presLayoutVars>
          <dgm:bulletEnabled val="1"/>
        </dgm:presLayoutVars>
      </dgm:prSet>
      <dgm:spPr/>
    </dgm:pt>
    <dgm:pt modelId="{35F0BB1B-2621-415D-9736-2F566FE43380}" type="pres">
      <dgm:prSet presAssocID="{E6F947DE-6AF2-4426-AF20-BF213F49D29F}" presName="accent_2" presStyleCnt="0"/>
      <dgm:spPr/>
    </dgm:pt>
    <dgm:pt modelId="{6AFC9E5B-ACE6-4C26-9B24-E02C6EDB2FBC}" type="pres">
      <dgm:prSet presAssocID="{E6F947DE-6AF2-4426-AF20-BF213F49D29F}" presName="accentRepeatNode" presStyleLbl="solidFgAcc1" presStyleIdx="1" presStyleCnt="5"/>
      <dgm:spPr/>
    </dgm:pt>
    <dgm:pt modelId="{9D48BD9D-027C-499D-94C7-DF7707A889CF}" type="pres">
      <dgm:prSet presAssocID="{0A45B87F-8DD4-4918-9C6F-EF28AF453A12}" presName="text_3" presStyleLbl="node1" presStyleIdx="2" presStyleCnt="5">
        <dgm:presLayoutVars>
          <dgm:bulletEnabled val="1"/>
        </dgm:presLayoutVars>
      </dgm:prSet>
      <dgm:spPr/>
    </dgm:pt>
    <dgm:pt modelId="{A52A8C63-89BB-4106-BED9-4F1C4CE27AD8}" type="pres">
      <dgm:prSet presAssocID="{0A45B87F-8DD4-4918-9C6F-EF28AF453A12}" presName="accent_3" presStyleCnt="0"/>
      <dgm:spPr/>
    </dgm:pt>
    <dgm:pt modelId="{7DE9C1F1-77CD-463F-9406-A172FDD55816}" type="pres">
      <dgm:prSet presAssocID="{0A45B87F-8DD4-4918-9C6F-EF28AF453A12}" presName="accentRepeatNode" presStyleLbl="solidFgAcc1" presStyleIdx="2" presStyleCnt="5"/>
      <dgm:spPr/>
    </dgm:pt>
    <dgm:pt modelId="{1B6926BD-9170-4095-9707-BBCD2478FD95}" type="pres">
      <dgm:prSet presAssocID="{B4E13ACB-A3B5-4726-97AD-59844E1E19A7}" presName="text_4" presStyleLbl="node1" presStyleIdx="3" presStyleCnt="5">
        <dgm:presLayoutVars>
          <dgm:bulletEnabled val="1"/>
        </dgm:presLayoutVars>
      </dgm:prSet>
      <dgm:spPr/>
    </dgm:pt>
    <dgm:pt modelId="{A9F82C60-DEA2-432B-9E57-3EA857C09ED5}" type="pres">
      <dgm:prSet presAssocID="{B4E13ACB-A3B5-4726-97AD-59844E1E19A7}" presName="accent_4" presStyleCnt="0"/>
      <dgm:spPr/>
    </dgm:pt>
    <dgm:pt modelId="{D6A7C840-5888-4C76-BF6D-24F5DC45DD0A}" type="pres">
      <dgm:prSet presAssocID="{B4E13ACB-A3B5-4726-97AD-59844E1E19A7}" presName="accentRepeatNode" presStyleLbl="solidFgAcc1" presStyleIdx="3" presStyleCnt="5"/>
      <dgm:spPr/>
    </dgm:pt>
    <dgm:pt modelId="{952DB673-C880-45A9-9CC2-58EBDFDDFBEC}" type="pres">
      <dgm:prSet presAssocID="{B1F58845-1DF2-43D9-AC37-397E01FA1BE1}" presName="text_5" presStyleLbl="node1" presStyleIdx="4" presStyleCnt="5">
        <dgm:presLayoutVars>
          <dgm:bulletEnabled val="1"/>
        </dgm:presLayoutVars>
      </dgm:prSet>
      <dgm:spPr/>
    </dgm:pt>
    <dgm:pt modelId="{6BEDD479-5EFB-4562-B489-5B4A8E48FBF1}" type="pres">
      <dgm:prSet presAssocID="{B1F58845-1DF2-43D9-AC37-397E01FA1BE1}" presName="accent_5" presStyleCnt="0"/>
      <dgm:spPr/>
    </dgm:pt>
    <dgm:pt modelId="{59EC055E-14CF-40B4-A34F-A232A14D0ED8}" type="pres">
      <dgm:prSet presAssocID="{B1F58845-1DF2-43D9-AC37-397E01FA1BE1}" presName="accentRepeatNode" presStyleLbl="solidFgAcc1" presStyleIdx="4" presStyleCnt="5"/>
      <dgm:spPr/>
    </dgm:pt>
  </dgm:ptLst>
  <dgm:cxnLst>
    <dgm:cxn modelId="{4024512D-6B5E-482E-A953-F1E6AA5E8F90}" type="presOf" srcId="{4E72A6B1-0EE7-4579-A15B-C9C90678E9FB}" destId="{E0282388-212E-4798-9F34-A5872DD522E8}" srcOrd="0" destOrd="0" presId="urn:microsoft.com/office/officeart/2008/layout/VerticalCurvedList"/>
    <dgm:cxn modelId="{AF47B52E-8A03-45F2-B9A2-245E484597F2}" srcId="{3D6ECAD2-EB75-4476-8953-7773E40B5F62}" destId="{B4E13ACB-A3B5-4726-97AD-59844E1E19A7}" srcOrd="3" destOrd="0" parTransId="{73B5A807-E83C-451D-BF64-2CF23C9AC062}" sibTransId="{522D4626-E89B-484F-A588-D732114A3CEE}"/>
    <dgm:cxn modelId="{DE051E3A-5591-4502-B49C-63AF7B3358D9}" type="presOf" srcId="{B1F58845-1DF2-43D9-AC37-397E01FA1BE1}" destId="{952DB673-C880-45A9-9CC2-58EBDFDDFBEC}" srcOrd="0" destOrd="0" presId="urn:microsoft.com/office/officeart/2008/layout/VerticalCurvedList"/>
    <dgm:cxn modelId="{06A9DC3F-746B-4105-9657-B25EA9A059A4}" srcId="{3D6ECAD2-EB75-4476-8953-7773E40B5F62}" destId="{B1F58845-1DF2-43D9-AC37-397E01FA1BE1}" srcOrd="4" destOrd="0" parTransId="{B6A60159-AC37-4C41-A08E-4C92FEE8BEC7}" sibTransId="{8A0E3D41-61C0-43C4-AB1E-09E997E915F9}"/>
    <dgm:cxn modelId="{AA191451-D4DE-4212-AEFC-B1FAA539DD07}" srcId="{3D6ECAD2-EB75-4476-8953-7773E40B5F62}" destId="{E6F947DE-6AF2-4426-AF20-BF213F49D29F}" srcOrd="1" destOrd="0" parTransId="{967A3D60-D23A-449C-9A98-BE3CC1A2CCB3}" sibTransId="{8B28B035-D8CB-4E4A-BDCA-FD6A41727303}"/>
    <dgm:cxn modelId="{19992551-6319-4735-AABD-3257D7809A97}" srcId="{3D6ECAD2-EB75-4476-8953-7773E40B5F62}" destId="{0A45B87F-8DD4-4918-9C6F-EF28AF453A12}" srcOrd="2" destOrd="0" parTransId="{D2A43182-F981-4D2C-B310-92A52E2B9D09}" sibTransId="{144649E2-3940-4B2C-A2AA-93F4367436BC}"/>
    <dgm:cxn modelId="{0AE43D7E-229F-40F8-BB78-320E1A6C302B}" type="presOf" srcId="{E6F947DE-6AF2-4426-AF20-BF213F49D29F}" destId="{E21792C9-A668-47C8-8AF2-9656105C9B34}" srcOrd="0" destOrd="0" presId="urn:microsoft.com/office/officeart/2008/layout/VerticalCurvedList"/>
    <dgm:cxn modelId="{5FFC50CB-80E9-4A86-9BBD-3A0FD6741E61}" srcId="{3D6ECAD2-EB75-4476-8953-7773E40B5F62}" destId="{F00E1CB0-0D29-487D-9352-484B2E98C8AB}" srcOrd="0" destOrd="0" parTransId="{FBB8AD74-B54D-44AA-84DC-6D0D43F38EB4}" sibTransId="{4E72A6B1-0EE7-4579-A15B-C9C90678E9FB}"/>
    <dgm:cxn modelId="{B9C027DA-0DEF-417E-BA41-F6C60BBFCD0B}" type="presOf" srcId="{B4E13ACB-A3B5-4726-97AD-59844E1E19A7}" destId="{1B6926BD-9170-4095-9707-BBCD2478FD95}" srcOrd="0" destOrd="0" presId="urn:microsoft.com/office/officeart/2008/layout/VerticalCurvedList"/>
    <dgm:cxn modelId="{7B24F2E0-9E94-48A4-830B-3220382C99A0}" type="presOf" srcId="{F00E1CB0-0D29-487D-9352-484B2E98C8AB}" destId="{44B5FE43-0522-41AD-8E02-9CB4295E0BF8}" srcOrd="0" destOrd="0" presId="urn:microsoft.com/office/officeart/2008/layout/VerticalCurvedList"/>
    <dgm:cxn modelId="{037558E3-CEF3-4EE6-9793-556D3C2150F5}" type="presOf" srcId="{3D6ECAD2-EB75-4476-8953-7773E40B5F62}" destId="{5EDEEFCF-A961-4650-93F0-E73A11824C5F}" srcOrd="0" destOrd="0" presId="urn:microsoft.com/office/officeart/2008/layout/VerticalCurvedList"/>
    <dgm:cxn modelId="{24C43EFB-7062-44BC-AAA4-683F16E78448}" type="presOf" srcId="{0A45B87F-8DD4-4918-9C6F-EF28AF453A12}" destId="{9D48BD9D-027C-499D-94C7-DF7707A889CF}" srcOrd="0" destOrd="0" presId="urn:microsoft.com/office/officeart/2008/layout/VerticalCurvedList"/>
    <dgm:cxn modelId="{A4E4472D-CCC9-4033-87A0-1844A7B12411}" type="presParOf" srcId="{5EDEEFCF-A961-4650-93F0-E73A11824C5F}" destId="{2267A6CF-EFE1-4A33-867F-F625AC6841DC}" srcOrd="0" destOrd="0" presId="urn:microsoft.com/office/officeart/2008/layout/VerticalCurvedList"/>
    <dgm:cxn modelId="{ED5394DF-A0A1-4941-A9F3-EC04C585B481}" type="presParOf" srcId="{2267A6CF-EFE1-4A33-867F-F625AC6841DC}" destId="{B59CA228-9C9B-4F81-9A35-8109EE652E66}" srcOrd="0" destOrd="0" presId="urn:microsoft.com/office/officeart/2008/layout/VerticalCurvedList"/>
    <dgm:cxn modelId="{00F6B864-0ADF-45D3-A2A9-A86C56AEA448}" type="presParOf" srcId="{B59CA228-9C9B-4F81-9A35-8109EE652E66}" destId="{7164EAE9-0D66-45A1-A531-DEC0C2E7E578}" srcOrd="0" destOrd="0" presId="urn:microsoft.com/office/officeart/2008/layout/VerticalCurvedList"/>
    <dgm:cxn modelId="{A30A189A-22A4-44CC-A2F8-768B65CED2B4}" type="presParOf" srcId="{B59CA228-9C9B-4F81-9A35-8109EE652E66}" destId="{E0282388-212E-4798-9F34-A5872DD522E8}" srcOrd="1" destOrd="0" presId="urn:microsoft.com/office/officeart/2008/layout/VerticalCurvedList"/>
    <dgm:cxn modelId="{8ABFE578-0914-4E9D-B3C9-2B91E2BB823B}" type="presParOf" srcId="{B59CA228-9C9B-4F81-9A35-8109EE652E66}" destId="{333E98DF-50B1-48C7-A31A-6B7F02C38942}" srcOrd="2" destOrd="0" presId="urn:microsoft.com/office/officeart/2008/layout/VerticalCurvedList"/>
    <dgm:cxn modelId="{24BCA571-9535-4C87-B712-0A94258048A7}" type="presParOf" srcId="{B59CA228-9C9B-4F81-9A35-8109EE652E66}" destId="{660CCA8B-8FC8-418B-959A-355564C6D6FC}" srcOrd="3" destOrd="0" presId="urn:microsoft.com/office/officeart/2008/layout/VerticalCurvedList"/>
    <dgm:cxn modelId="{86F52DF3-1924-494E-B593-E4A8C15B2CD0}" type="presParOf" srcId="{2267A6CF-EFE1-4A33-867F-F625AC6841DC}" destId="{44B5FE43-0522-41AD-8E02-9CB4295E0BF8}" srcOrd="1" destOrd="0" presId="urn:microsoft.com/office/officeart/2008/layout/VerticalCurvedList"/>
    <dgm:cxn modelId="{94F6B054-E45C-4C9F-8A13-4554E659B55F}" type="presParOf" srcId="{2267A6CF-EFE1-4A33-867F-F625AC6841DC}" destId="{3DEA5800-DD25-472D-A22A-B1AB024448B1}" srcOrd="2" destOrd="0" presId="urn:microsoft.com/office/officeart/2008/layout/VerticalCurvedList"/>
    <dgm:cxn modelId="{27BD1FEA-6D81-4947-AA2F-214138E27647}" type="presParOf" srcId="{3DEA5800-DD25-472D-A22A-B1AB024448B1}" destId="{3A2FB12F-65D2-44B9-AE5E-886C746BDD23}" srcOrd="0" destOrd="0" presId="urn:microsoft.com/office/officeart/2008/layout/VerticalCurvedList"/>
    <dgm:cxn modelId="{5E918AB5-9DC8-4B54-99B3-DBABA0B71F55}" type="presParOf" srcId="{2267A6CF-EFE1-4A33-867F-F625AC6841DC}" destId="{E21792C9-A668-47C8-8AF2-9656105C9B34}" srcOrd="3" destOrd="0" presId="urn:microsoft.com/office/officeart/2008/layout/VerticalCurvedList"/>
    <dgm:cxn modelId="{0DEB25DE-3922-46B7-92CB-8CDE7334E8EF}" type="presParOf" srcId="{2267A6CF-EFE1-4A33-867F-F625AC6841DC}" destId="{35F0BB1B-2621-415D-9736-2F566FE43380}" srcOrd="4" destOrd="0" presId="urn:microsoft.com/office/officeart/2008/layout/VerticalCurvedList"/>
    <dgm:cxn modelId="{0A32DF48-1B79-4BAE-938A-D0223BB52170}" type="presParOf" srcId="{35F0BB1B-2621-415D-9736-2F566FE43380}" destId="{6AFC9E5B-ACE6-4C26-9B24-E02C6EDB2FBC}" srcOrd="0" destOrd="0" presId="urn:microsoft.com/office/officeart/2008/layout/VerticalCurvedList"/>
    <dgm:cxn modelId="{35CABDF5-22D7-4360-9144-FF4BD7DB4FDF}" type="presParOf" srcId="{2267A6CF-EFE1-4A33-867F-F625AC6841DC}" destId="{9D48BD9D-027C-499D-94C7-DF7707A889CF}" srcOrd="5" destOrd="0" presId="urn:microsoft.com/office/officeart/2008/layout/VerticalCurvedList"/>
    <dgm:cxn modelId="{887F4C77-A4A6-4D0F-9209-65F36AB02B11}" type="presParOf" srcId="{2267A6CF-EFE1-4A33-867F-F625AC6841DC}" destId="{A52A8C63-89BB-4106-BED9-4F1C4CE27AD8}" srcOrd="6" destOrd="0" presId="urn:microsoft.com/office/officeart/2008/layout/VerticalCurvedList"/>
    <dgm:cxn modelId="{58F9DDBA-36E6-4750-BE08-197DCC9EA198}" type="presParOf" srcId="{A52A8C63-89BB-4106-BED9-4F1C4CE27AD8}" destId="{7DE9C1F1-77CD-463F-9406-A172FDD55816}" srcOrd="0" destOrd="0" presId="urn:microsoft.com/office/officeart/2008/layout/VerticalCurvedList"/>
    <dgm:cxn modelId="{0C1899EF-0CB9-4BFC-A91E-57E10AEA7571}" type="presParOf" srcId="{2267A6CF-EFE1-4A33-867F-F625AC6841DC}" destId="{1B6926BD-9170-4095-9707-BBCD2478FD95}" srcOrd="7" destOrd="0" presId="urn:microsoft.com/office/officeart/2008/layout/VerticalCurvedList"/>
    <dgm:cxn modelId="{2E77A35D-7C7F-4FE7-9EE9-041062593218}" type="presParOf" srcId="{2267A6CF-EFE1-4A33-867F-F625AC6841DC}" destId="{A9F82C60-DEA2-432B-9E57-3EA857C09ED5}" srcOrd="8" destOrd="0" presId="urn:microsoft.com/office/officeart/2008/layout/VerticalCurvedList"/>
    <dgm:cxn modelId="{BDD8F1DC-AA82-4919-9762-446F3CDA7659}" type="presParOf" srcId="{A9F82C60-DEA2-432B-9E57-3EA857C09ED5}" destId="{D6A7C840-5888-4C76-BF6D-24F5DC45DD0A}" srcOrd="0" destOrd="0" presId="urn:microsoft.com/office/officeart/2008/layout/VerticalCurvedList"/>
    <dgm:cxn modelId="{08DD4500-4E44-40F1-B16E-594082169130}" type="presParOf" srcId="{2267A6CF-EFE1-4A33-867F-F625AC6841DC}" destId="{952DB673-C880-45A9-9CC2-58EBDFDDFBEC}" srcOrd="9" destOrd="0" presId="urn:microsoft.com/office/officeart/2008/layout/VerticalCurvedList"/>
    <dgm:cxn modelId="{5BE1DC1B-3C65-4F50-881B-F4F791B8F01B}" type="presParOf" srcId="{2267A6CF-EFE1-4A33-867F-F625AC6841DC}" destId="{6BEDD479-5EFB-4562-B489-5B4A8E48FBF1}" srcOrd="10" destOrd="0" presId="urn:microsoft.com/office/officeart/2008/layout/VerticalCurvedList"/>
    <dgm:cxn modelId="{C6F6A876-EB04-4316-A085-17A69C79EED6}" type="presParOf" srcId="{6BEDD479-5EFB-4562-B489-5B4A8E48FBF1}" destId="{59EC055E-14CF-40B4-A34F-A232A14D0ED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1034BA-7B64-4FA0-9B38-D3979F45D4F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89E287EE-8E64-4F90-8277-D0FA94AB757D}">
      <dgm:prSet/>
      <dgm:spPr/>
      <dgm:t>
        <a:bodyPr/>
        <a:lstStyle/>
        <a:p>
          <a:pPr rtl="0"/>
          <a:r>
            <a:rPr lang="es-CO"/>
            <a:t>Dirigido por casos de uso.</a:t>
          </a:r>
        </a:p>
      </dgm:t>
    </dgm:pt>
    <dgm:pt modelId="{AAB58179-4CF3-41BD-9D8C-D2FC96F62013}" type="parTrans" cxnId="{CF49FBB1-F351-4625-BA75-BAF331F6BB50}">
      <dgm:prSet/>
      <dgm:spPr/>
      <dgm:t>
        <a:bodyPr/>
        <a:lstStyle/>
        <a:p>
          <a:endParaRPr lang="es-CO"/>
        </a:p>
      </dgm:t>
    </dgm:pt>
    <dgm:pt modelId="{772217F1-C336-4682-9926-CBF752C187BF}" type="sibTrans" cxnId="{CF49FBB1-F351-4625-BA75-BAF331F6BB50}">
      <dgm:prSet/>
      <dgm:spPr/>
      <dgm:t>
        <a:bodyPr/>
        <a:lstStyle/>
        <a:p>
          <a:endParaRPr lang="es-CO"/>
        </a:p>
      </dgm:t>
    </dgm:pt>
    <dgm:pt modelId="{AEB05CFF-D6F3-4263-A1B1-F1F0F2F9B453}">
      <dgm:prSet/>
      <dgm:spPr/>
      <dgm:t>
        <a:bodyPr/>
        <a:lstStyle/>
        <a:p>
          <a:pPr rtl="0"/>
          <a:r>
            <a:rPr lang="es-CO"/>
            <a:t>Centrado en la arquitectura.</a:t>
          </a:r>
        </a:p>
      </dgm:t>
    </dgm:pt>
    <dgm:pt modelId="{3E8269AD-8D16-4275-A152-CCFA7277FDE8}" type="parTrans" cxnId="{0E2DF950-B67B-4596-BC1C-05C9DDCA7E6F}">
      <dgm:prSet/>
      <dgm:spPr/>
      <dgm:t>
        <a:bodyPr/>
        <a:lstStyle/>
        <a:p>
          <a:endParaRPr lang="es-CO"/>
        </a:p>
      </dgm:t>
    </dgm:pt>
    <dgm:pt modelId="{191148A4-375D-442E-BA86-A7C0FC6C3664}" type="sibTrans" cxnId="{0E2DF950-B67B-4596-BC1C-05C9DDCA7E6F}">
      <dgm:prSet/>
      <dgm:spPr/>
      <dgm:t>
        <a:bodyPr/>
        <a:lstStyle/>
        <a:p>
          <a:endParaRPr lang="es-CO"/>
        </a:p>
      </dgm:t>
    </dgm:pt>
    <dgm:pt modelId="{9306CD3C-73A1-41E6-9EB1-C8A5E0BE3BF3}">
      <dgm:prSet/>
      <dgm:spPr/>
      <dgm:t>
        <a:bodyPr/>
        <a:lstStyle/>
        <a:p>
          <a:pPr rtl="0"/>
          <a:r>
            <a:rPr lang="es-CO"/>
            <a:t>Iterativo e incremental.</a:t>
          </a:r>
        </a:p>
      </dgm:t>
    </dgm:pt>
    <dgm:pt modelId="{5C0B299D-EAB4-467F-A90C-E86942A1BEC1}" type="parTrans" cxnId="{6FFA199E-1231-4928-86E3-F64BFF3F3B23}">
      <dgm:prSet/>
      <dgm:spPr/>
      <dgm:t>
        <a:bodyPr/>
        <a:lstStyle/>
        <a:p>
          <a:endParaRPr lang="es-CO"/>
        </a:p>
      </dgm:t>
    </dgm:pt>
    <dgm:pt modelId="{AD1FD055-D351-4C68-840D-3635C5473425}" type="sibTrans" cxnId="{6FFA199E-1231-4928-86E3-F64BFF3F3B23}">
      <dgm:prSet/>
      <dgm:spPr/>
      <dgm:t>
        <a:bodyPr/>
        <a:lstStyle/>
        <a:p>
          <a:endParaRPr lang="es-CO"/>
        </a:p>
      </dgm:t>
    </dgm:pt>
    <dgm:pt modelId="{3799C98A-D409-4E14-8AD3-CEE26E653635}" type="pres">
      <dgm:prSet presAssocID="{961034BA-7B64-4FA0-9B38-D3979F45D4F5}" presName="linearFlow" presStyleCnt="0">
        <dgm:presLayoutVars>
          <dgm:dir/>
          <dgm:resizeHandles val="exact"/>
        </dgm:presLayoutVars>
      </dgm:prSet>
      <dgm:spPr/>
    </dgm:pt>
    <dgm:pt modelId="{E32E2EAA-5D1C-4800-B855-32F355151052}" type="pres">
      <dgm:prSet presAssocID="{89E287EE-8E64-4F90-8277-D0FA94AB757D}" presName="composite" presStyleCnt="0"/>
      <dgm:spPr/>
    </dgm:pt>
    <dgm:pt modelId="{4492700F-5836-452D-A01B-D642894117A7}" type="pres">
      <dgm:prSet presAssocID="{89E287EE-8E64-4F90-8277-D0FA94AB757D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F0BFB2CE-2FF4-4A01-A4D9-984E87910CFC}" type="pres">
      <dgm:prSet presAssocID="{89E287EE-8E64-4F90-8277-D0FA94AB757D}" presName="txShp" presStyleLbl="node1" presStyleIdx="0" presStyleCnt="3">
        <dgm:presLayoutVars>
          <dgm:bulletEnabled val="1"/>
        </dgm:presLayoutVars>
      </dgm:prSet>
      <dgm:spPr/>
    </dgm:pt>
    <dgm:pt modelId="{00C2F0B9-D87A-4E47-B088-2C4CB347434A}" type="pres">
      <dgm:prSet presAssocID="{772217F1-C336-4682-9926-CBF752C187BF}" presName="spacing" presStyleCnt="0"/>
      <dgm:spPr/>
    </dgm:pt>
    <dgm:pt modelId="{DA61E657-01D4-435D-845A-866C2B860E91}" type="pres">
      <dgm:prSet presAssocID="{AEB05CFF-D6F3-4263-A1B1-F1F0F2F9B453}" presName="composite" presStyleCnt="0"/>
      <dgm:spPr/>
    </dgm:pt>
    <dgm:pt modelId="{00596F00-D99A-4AF7-9869-C3AD34F41D0F}" type="pres">
      <dgm:prSet presAssocID="{AEB05CFF-D6F3-4263-A1B1-F1F0F2F9B453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  <dgm:pt modelId="{7E882B05-595B-40AD-8845-AB0FC634FA29}" type="pres">
      <dgm:prSet presAssocID="{AEB05CFF-D6F3-4263-A1B1-F1F0F2F9B453}" presName="txShp" presStyleLbl="node1" presStyleIdx="1" presStyleCnt="3">
        <dgm:presLayoutVars>
          <dgm:bulletEnabled val="1"/>
        </dgm:presLayoutVars>
      </dgm:prSet>
      <dgm:spPr/>
    </dgm:pt>
    <dgm:pt modelId="{172AA763-9AF0-42BC-8A3F-C40988B7A589}" type="pres">
      <dgm:prSet presAssocID="{191148A4-375D-442E-BA86-A7C0FC6C3664}" presName="spacing" presStyleCnt="0"/>
      <dgm:spPr/>
    </dgm:pt>
    <dgm:pt modelId="{37D1DF92-09B8-4B28-B284-5E3ADAAD8242}" type="pres">
      <dgm:prSet presAssocID="{9306CD3C-73A1-41E6-9EB1-C8A5E0BE3BF3}" presName="composite" presStyleCnt="0"/>
      <dgm:spPr/>
    </dgm:pt>
    <dgm:pt modelId="{76C61CBE-BAA5-450E-955C-D4B01ADBB1AC}" type="pres">
      <dgm:prSet presAssocID="{9306CD3C-73A1-41E6-9EB1-C8A5E0BE3BF3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681269E5-0DE9-4871-ADD0-B0B3CA603BA7}" type="pres">
      <dgm:prSet presAssocID="{9306CD3C-73A1-41E6-9EB1-C8A5E0BE3BF3}" presName="txShp" presStyleLbl="node1" presStyleIdx="2" presStyleCnt="3">
        <dgm:presLayoutVars>
          <dgm:bulletEnabled val="1"/>
        </dgm:presLayoutVars>
      </dgm:prSet>
      <dgm:spPr/>
    </dgm:pt>
  </dgm:ptLst>
  <dgm:cxnLst>
    <dgm:cxn modelId="{FF195D05-5428-4F76-9F4A-88746AAB841B}" type="presOf" srcId="{961034BA-7B64-4FA0-9B38-D3979F45D4F5}" destId="{3799C98A-D409-4E14-8AD3-CEE26E653635}" srcOrd="0" destOrd="0" presId="urn:microsoft.com/office/officeart/2005/8/layout/vList3"/>
    <dgm:cxn modelId="{0E2DF950-B67B-4596-BC1C-05C9DDCA7E6F}" srcId="{961034BA-7B64-4FA0-9B38-D3979F45D4F5}" destId="{AEB05CFF-D6F3-4263-A1B1-F1F0F2F9B453}" srcOrd="1" destOrd="0" parTransId="{3E8269AD-8D16-4275-A152-CCFA7277FDE8}" sibTransId="{191148A4-375D-442E-BA86-A7C0FC6C3664}"/>
    <dgm:cxn modelId="{3D3BCC77-EA24-4B65-A548-0D4EE59AEBF3}" type="presOf" srcId="{AEB05CFF-D6F3-4263-A1B1-F1F0F2F9B453}" destId="{7E882B05-595B-40AD-8845-AB0FC634FA29}" srcOrd="0" destOrd="0" presId="urn:microsoft.com/office/officeart/2005/8/layout/vList3"/>
    <dgm:cxn modelId="{6FFA199E-1231-4928-86E3-F64BFF3F3B23}" srcId="{961034BA-7B64-4FA0-9B38-D3979F45D4F5}" destId="{9306CD3C-73A1-41E6-9EB1-C8A5E0BE3BF3}" srcOrd="2" destOrd="0" parTransId="{5C0B299D-EAB4-467F-A90C-E86942A1BEC1}" sibTransId="{AD1FD055-D351-4C68-840D-3635C5473425}"/>
    <dgm:cxn modelId="{CF49FBB1-F351-4625-BA75-BAF331F6BB50}" srcId="{961034BA-7B64-4FA0-9B38-D3979F45D4F5}" destId="{89E287EE-8E64-4F90-8277-D0FA94AB757D}" srcOrd="0" destOrd="0" parTransId="{AAB58179-4CF3-41BD-9D8C-D2FC96F62013}" sibTransId="{772217F1-C336-4682-9926-CBF752C187BF}"/>
    <dgm:cxn modelId="{2020C5EC-CFC5-4C24-A90A-0384B1CFFFAF}" type="presOf" srcId="{9306CD3C-73A1-41E6-9EB1-C8A5E0BE3BF3}" destId="{681269E5-0DE9-4871-ADD0-B0B3CA603BA7}" srcOrd="0" destOrd="0" presId="urn:microsoft.com/office/officeart/2005/8/layout/vList3"/>
    <dgm:cxn modelId="{B44639F5-5E3C-4576-BCAE-D6AF441E3F74}" type="presOf" srcId="{89E287EE-8E64-4F90-8277-D0FA94AB757D}" destId="{F0BFB2CE-2FF4-4A01-A4D9-984E87910CFC}" srcOrd="0" destOrd="0" presId="urn:microsoft.com/office/officeart/2005/8/layout/vList3"/>
    <dgm:cxn modelId="{4BE2DE5D-5E47-47E0-B4D2-052CC097CCD7}" type="presParOf" srcId="{3799C98A-D409-4E14-8AD3-CEE26E653635}" destId="{E32E2EAA-5D1C-4800-B855-32F355151052}" srcOrd="0" destOrd="0" presId="urn:microsoft.com/office/officeart/2005/8/layout/vList3"/>
    <dgm:cxn modelId="{1991A780-7E17-4300-89A6-C2E0E30D1AA3}" type="presParOf" srcId="{E32E2EAA-5D1C-4800-B855-32F355151052}" destId="{4492700F-5836-452D-A01B-D642894117A7}" srcOrd="0" destOrd="0" presId="urn:microsoft.com/office/officeart/2005/8/layout/vList3"/>
    <dgm:cxn modelId="{54ABEB31-6681-418D-B7E3-2C224BB1CB1C}" type="presParOf" srcId="{E32E2EAA-5D1C-4800-B855-32F355151052}" destId="{F0BFB2CE-2FF4-4A01-A4D9-984E87910CFC}" srcOrd="1" destOrd="0" presId="urn:microsoft.com/office/officeart/2005/8/layout/vList3"/>
    <dgm:cxn modelId="{0FEAF996-C9CA-4CDC-AB1E-97D4268538A5}" type="presParOf" srcId="{3799C98A-D409-4E14-8AD3-CEE26E653635}" destId="{00C2F0B9-D87A-4E47-B088-2C4CB347434A}" srcOrd="1" destOrd="0" presId="urn:microsoft.com/office/officeart/2005/8/layout/vList3"/>
    <dgm:cxn modelId="{2FF99EB6-5994-4DB1-BF5A-D0A27C923A15}" type="presParOf" srcId="{3799C98A-D409-4E14-8AD3-CEE26E653635}" destId="{DA61E657-01D4-435D-845A-866C2B860E91}" srcOrd="2" destOrd="0" presId="urn:microsoft.com/office/officeart/2005/8/layout/vList3"/>
    <dgm:cxn modelId="{7D9F9900-3CAA-4E27-995F-AEFB44A6EECE}" type="presParOf" srcId="{DA61E657-01D4-435D-845A-866C2B860E91}" destId="{00596F00-D99A-4AF7-9869-C3AD34F41D0F}" srcOrd="0" destOrd="0" presId="urn:microsoft.com/office/officeart/2005/8/layout/vList3"/>
    <dgm:cxn modelId="{AAA343EA-BE4C-4F8F-B648-070704A80630}" type="presParOf" srcId="{DA61E657-01D4-435D-845A-866C2B860E91}" destId="{7E882B05-595B-40AD-8845-AB0FC634FA29}" srcOrd="1" destOrd="0" presId="urn:microsoft.com/office/officeart/2005/8/layout/vList3"/>
    <dgm:cxn modelId="{6DF09D34-3593-4B06-BF26-56FE4AD14783}" type="presParOf" srcId="{3799C98A-D409-4E14-8AD3-CEE26E653635}" destId="{172AA763-9AF0-42BC-8A3F-C40988B7A589}" srcOrd="3" destOrd="0" presId="urn:microsoft.com/office/officeart/2005/8/layout/vList3"/>
    <dgm:cxn modelId="{7DDEB9C0-C782-4215-B8E6-1071AD9BFEB8}" type="presParOf" srcId="{3799C98A-D409-4E14-8AD3-CEE26E653635}" destId="{37D1DF92-09B8-4B28-B284-5E3ADAAD8242}" srcOrd="4" destOrd="0" presId="urn:microsoft.com/office/officeart/2005/8/layout/vList3"/>
    <dgm:cxn modelId="{C033D711-AE5D-4C71-BA68-8C54FA40C80D}" type="presParOf" srcId="{37D1DF92-09B8-4B28-B284-5E3ADAAD8242}" destId="{76C61CBE-BAA5-450E-955C-D4B01ADBB1AC}" srcOrd="0" destOrd="0" presId="urn:microsoft.com/office/officeart/2005/8/layout/vList3"/>
    <dgm:cxn modelId="{EC00738D-4C8C-4894-8A5A-6DB9DFFF9DF4}" type="presParOf" srcId="{37D1DF92-09B8-4B28-B284-5E3ADAAD8242}" destId="{681269E5-0DE9-4871-ADD0-B0B3CA603BA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C3E48F-0238-401D-B7BF-BE4E09409340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AB4D75DE-CF46-4083-BCD9-F5C162472203}">
      <dgm:prSet/>
      <dgm:spPr/>
      <dgm:t>
        <a:bodyPr/>
        <a:lstStyle/>
        <a:p>
          <a:pPr rtl="0"/>
          <a:r>
            <a:rPr lang="es-CO"/>
            <a:t>Describe como el software será realizado en la fase de implementación.</a:t>
          </a:r>
        </a:p>
      </dgm:t>
    </dgm:pt>
    <dgm:pt modelId="{AA24E32C-5740-4942-8D8B-AEF57BC2ECC6}" type="parTrans" cxnId="{1805F351-1DE1-4629-8D86-2BDD9575A80F}">
      <dgm:prSet/>
      <dgm:spPr/>
      <dgm:t>
        <a:bodyPr/>
        <a:lstStyle/>
        <a:p>
          <a:endParaRPr lang="es-CO"/>
        </a:p>
      </dgm:t>
    </dgm:pt>
    <dgm:pt modelId="{163F6A96-CA7E-4184-99B4-05CA551E2DB6}" type="sibTrans" cxnId="{1805F351-1DE1-4629-8D86-2BDD9575A80F}">
      <dgm:prSet/>
      <dgm:spPr/>
      <dgm:t>
        <a:bodyPr/>
        <a:lstStyle/>
        <a:p>
          <a:endParaRPr lang="es-CO"/>
        </a:p>
      </dgm:t>
    </dgm:pt>
    <dgm:pt modelId="{FAF1559F-85EC-414C-8F34-28CDFBF49F53}">
      <dgm:prSet/>
      <dgm:spPr/>
      <dgm:t>
        <a:bodyPr/>
        <a:lstStyle/>
        <a:p>
          <a:pPr rtl="0"/>
          <a:r>
            <a:rPr lang="es-CO"/>
            <a:t>Se plasma en un modelo de diseño que consiste en una serie de clases con interfaces bien definidos.</a:t>
          </a:r>
        </a:p>
      </dgm:t>
    </dgm:pt>
    <dgm:pt modelId="{ED6D6D06-5CB9-488B-9F79-343F6747BE2F}" type="parTrans" cxnId="{4D16DDDD-25EC-41C2-AF3E-5EFC697630AA}">
      <dgm:prSet/>
      <dgm:spPr/>
      <dgm:t>
        <a:bodyPr/>
        <a:lstStyle/>
        <a:p>
          <a:endParaRPr lang="es-CO"/>
        </a:p>
      </dgm:t>
    </dgm:pt>
    <dgm:pt modelId="{70FC857C-D9A6-4BBF-954F-6407E55774BF}" type="sibTrans" cxnId="{4D16DDDD-25EC-41C2-AF3E-5EFC697630AA}">
      <dgm:prSet/>
      <dgm:spPr/>
      <dgm:t>
        <a:bodyPr/>
        <a:lstStyle/>
        <a:p>
          <a:endParaRPr lang="es-CO"/>
        </a:p>
      </dgm:t>
    </dgm:pt>
    <dgm:pt modelId="{80DC0DAF-5C01-47A5-86D5-6FF651A9EDA0}">
      <dgm:prSet/>
      <dgm:spPr/>
      <dgm:t>
        <a:bodyPr/>
        <a:lstStyle/>
        <a:p>
          <a:pPr rtl="0"/>
          <a:r>
            <a:rPr lang="es-CO" dirty="0"/>
            <a:t>También contiene descripciones de cómo los objetos colaboran para realizar las acciones incluidas en los casos de uso.</a:t>
          </a:r>
        </a:p>
      </dgm:t>
    </dgm:pt>
    <dgm:pt modelId="{7BEBD188-1B35-4E93-AC93-27A085095BC5}" type="parTrans" cxnId="{B91CC416-8F0B-4E39-9D66-7DDB59B1F300}">
      <dgm:prSet/>
      <dgm:spPr/>
      <dgm:t>
        <a:bodyPr/>
        <a:lstStyle/>
        <a:p>
          <a:endParaRPr lang="es-CO"/>
        </a:p>
      </dgm:t>
    </dgm:pt>
    <dgm:pt modelId="{D5634A72-DEC3-42A9-B775-9BFD3B31D9CC}" type="sibTrans" cxnId="{B91CC416-8F0B-4E39-9D66-7DDB59B1F300}">
      <dgm:prSet/>
      <dgm:spPr/>
      <dgm:t>
        <a:bodyPr/>
        <a:lstStyle/>
        <a:p>
          <a:endParaRPr lang="es-CO"/>
        </a:p>
      </dgm:t>
    </dgm:pt>
    <dgm:pt modelId="{132180B6-1C19-4788-90DD-755EAC673902}" type="pres">
      <dgm:prSet presAssocID="{97C3E48F-0238-401D-B7BF-BE4E09409340}" presName="linearFlow" presStyleCnt="0">
        <dgm:presLayoutVars>
          <dgm:dir/>
          <dgm:resizeHandles val="exact"/>
        </dgm:presLayoutVars>
      </dgm:prSet>
      <dgm:spPr/>
    </dgm:pt>
    <dgm:pt modelId="{888460E2-C3BD-4CB4-B2E8-66F7E1266EBD}" type="pres">
      <dgm:prSet presAssocID="{AB4D75DE-CF46-4083-BCD9-F5C162472203}" presName="composite" presStyleCnt="0"/>
      <dgm:spPr/>
    </dgm:pt>
    <dgm:pt modelId="{5327B86A-3772-47A8-9FFE-B4DADC220949}" type="pres">
      <dgm:prSet presAssocID="{AB4D75DE-CF46-4083-BCD9-F5C162472203}" presName="imgShp" presStyleLbl="fgImgPlace1" presStyleIdx="0" presStyleCnt="3"/>
      <dgm:spPr/>
    </dgm:pt>
    <dgm:pt modelId="{86B881DE-7C35-4876-83F2-B74656F680C3}" type="pres">
      <dgm:prSet presAssocID="{AB4D75DE-CF46-4083-BCD9-F5C162472203}" presName="txShp" presStyleLbl="node1" presStyleIdx="0" presStyleCnt="3">
        <dgm:presLayoutVars>
          <dgm:bulletEnabled val="1"/>
        </dgm:presLayoutVars>
      </dgm:prSet>
      <dgm:spPr/>
    </dgm:pt>
    <dgm:pt modelId="{B59001C0-E696-4433-83E7-A4E67DC52FB7}" type="pres">
      <dgm:prSet presAssocID="{163F6A96-CA7E-4184-99B4-05CA551E2DB6}" presName="spacing" presStyleCnt="0"/>
      <dgm:spPr/>
    </dgm:pt>
    <dgm:pt modelId="{4E6AE6F3-7B07-4D79-A84D-BB42F7B11A1C}" type="pres">
      <dgm:prSet presAssocID="{FAF1559F-85EC-414C-8F34-28CDFBF49F53}" presName="composite" presStyleCnt="0"/>
      <dgm:spPr/>
    </dgm:pt>
    <dgm:pt modelId="{1E29A56D-881A-4768-BADD-02F24E2AB2F2}" type="pres">
      <dgm:prSet presAssocID="{FAF1559F-85EC-414C-8F34-28CDFBF49F53}" presName="imgShp" presStyleLbl="fgImgPlace1" presStyleIdx="1" presStyleCnt="3"/>
      <dgm:spPr/>
    </dgm:pt>
    <dgm:pt modelId="{C1C57557-BCD5-49DA-ACC0-E0838512C6B2}" type="pres">
      <dgm:prSet presAssocID="{FAF1559F-85EC-414C-8F34-28CDFBF49F53}" presName="txShp" presStyleLbl="node1" presStyleIdx="1" presStyleCnt="3">
        <dgm:presLayoutVars>
          <dgm:bulletEnabled val="1"/>
        </dgm:presLayoutVars>
      </dgm:prSet>
      <dgm:spPr/>
    </dgm:pt>
    <dgm:pt modelId="{1D60089B-9147-41C5-AD84-FA77B752F840}" type="pres">
      <dgm:prSet presAssocID="{70FC857C-D9A6-4BBF-954F-6407E55774BF}" presName="spacing" presStyleCnt="0"/>
      <dgm:spPr/>
    </dgm:pt>
    <dgm:pt modelId="{4C558642-CE32-4056-A65B-ED63C3A3EAD3}" type="pres">
      <dgm:prSet presAssocID="{80DC0DAF-5C01-47A5-86D5-6FF651A9EDA0}" presName="composite" presStyleCnt="0"/>
      <dgm:spPr/>
    </dgm:pt>
    <dgm:pt modelId="{865912BC-6D5E-4AA2-9A51-3BAF213A8B91}" type="pres">
      <dgm:prSet presAssocID="{80DC0DAF-5C01-47A5-86D5-6FF651A9EDA0}" presName="imgShp" presStyleLbl="fgImgPlace1" presStyleIdx="2" presStyleCnt="3"/>
      <dgm:spPr/>
    </dgm:pt>
    <dgm:pt modelId="{72E8AFEE-466F-4434-A057-7A1E6C22680B}" type="pres">
      <dgm:prSet presAssocID="{80DC0DAF-5C01-47A5-86D5-6FF651A9EDA0}" presName="txShp" presStyleLbl="node1" presStyleIdx="2" presStyleCnt="3">
        <dgm:presLayoutVars>
          <dgm:bulletEnabled val="1"/>
        </dgm:presLayoutVars>
      </dgm:prSet>
      <dgm:spPr/>
    </dgm:pt>
  </dgm:ptLst>
  <dgm:cxnLst>
    <dgm:cxn modelId="{40AB7E0E-ACDA-401E-8314-45F3AA424DF1}" type="presOf" srcId="{FAF1559F-85EC-414C-8F34-28CDFBF49F53}" destId="{C1C57557-BCD5-49DA-ACC0-E0838512C6B2}" srcOrd="0" destOrd="0" presId="urn:microsoft.com/office/officeart/2005/8/layout/vList3"/>
    <dgm:cxn modelId="{B91CC416-8F0B-4E39-9D66-7DDB59B1F300}" srcId="{97C3E48F-0238-401D-B7BF-BE4E09409340}" destId="{80DC0DAF-5C01-47A5-86D5-6FF651A9EDA0}" srcOrd="2" destOrd="0" parTransId="{7BEBD188-1B35-4E93-AC93-27A085095BC5}" sibTransId="{D5634A72-DEC3-42A9-B775-9BFD3B31D9CC}"/>
    <dgm:cxn modelId="{D4248818-B80B-47F3-8EEA-FEFA53817438}" type="presOf" srcId="{AB4D75DE-CF46-4083-BCD9-F5C162472203}" destId="{86B881DE-7C35-4876-83F2-B74656F680C3}" srcOrd="0" destOrd="0" presId="urn:microsoft.com/office/officeart/2005/8/layout/vList3"/>
    <dgm:cxn modelId="{1805F351-1DE1-4629-8D86-2BDD9575A80F}" srcId="{97C3E48F-0238-401D-B7BF-BE4E09409340}" destId="{AB4D75DE-CF46-4083-BCD9-F5C162472203}" srcOrd="0" destOrd="0" parTransId="{AA24E32C-5740-4942-8D8B-AEF57BC2ECC6}" sibTransId="{163F6A96-CA7E-4184-99B4-05CA551E2DB6}"/>
    <dgm:cxn modelId="{62682E57-013B-473B-AF15-4A73246DB413}" type="presOf" srcId="{97C3E48F-0238-401D-B7BF-BE4E09409340}" destId="{132180B6-1C19-4788-90DD-755EAC673902}" srcOrd="0" destOrd="0" presId="urn:microsoft.com/office/officeart/2005/8/layout/vList3"/>
    <dgm:cxn modelId="{A78466AB-D0D2-4663-B3A9-44DB59FA55C3}" type="presOf" srcId="{80DC0DAF-5C01-47A5-86D5-6FF651A9EDA0}" destId="{72E8AFEE-466F-4434-A057-7A1E6C22680B}" srcOrd="0" destOrd="0" presId="urn:microsoft.com/office/officeart/2005/8/layout/vList3"/>
    <dgm:cxn modelId="{4D16DDDD-25EC-41C2-AF3E-5EFC697630AA}" srcId="{97C3E48F-0238-401D-B7BF-BE4E09409340}" destId="{FAF1559F-85EC-414C-8F34-28CDFBF49F53}" srcOrd="1" destOrd="0" parTransId="{ED6D6D06-5CB9-488B-9F79-343F6747BE2F}" sibTransId="{70FC857C-D9A6-4BBF-954F-6407E55774BF}"/>
    <dgm:cxn modelId="{05037BF6-BEFE-4D3B-9F83-B5A8939E1CE2}" type="presParOf" srcId="{132180B6-1C19-4788-90DD-755EAC673902}" destId="{888460E2-C3BD-4CB4-B2E8-66F7E1266EBD}" srcOrd="0" destOrd="0" presId="urn:microsoft.com/office/officeart/2005/8/layout/vList3"/>
    <dgm:cxn modelId="{8EBFDE6B-9EAC-49DF-B524-D379103A832B}" type="presParOf" srcId="{888460E2-C3BD-4CB4-B2E8-66F7E1266EBD}" destId="{5327B86A-3772-47A8-9FFE-B4DADC220949}" srcOrd="0" destOrd="0" presId="urn:microsoft.com/office/officeart/2005/8/layout/vList3"/>
    <dgm:cxn modelId="{BA382599-5D0E-4260-B5B5-73A6ECEC4DCC}" type="presParOf" srcId="{888460E2-C3BD-4CB4-B2E8-66F7E1266EBD}" destId="{86B881DE-7C35-4876-83F2-B74656F680C3}" srcOrd="1" destOrd="0" presId="urn:microsoft.com/office/officeart/2005/8/layout/vList3"/>
    <dgm:cxn modelId="{7DF3A4C1-CFE1-47C2-9ED3-B8CA05BBFB9B}" type="presParOf" srcId="{132180B6-1C19-4788-90DD-755EAC673902}" destId="{B59001C0-E696-4433-83E7-A4E67DC52FB7}" srcOrd="1" destOrd="0" presId="urn:microsoft.com/office/officeart/2005/8/layout/vList3"/>
    <dgm:cxn modelId="{4FE4398F-AAFE-44BF-8E84-A4953CD0B584}" type="presParOf" srcId="{132180B6-1C19-4788-90DD-755EAC673902}" destId="{4E6AE6F3-7B07-4D79-A84D-BB42F7B11A1C}" srcOrd="2" destOrd="0" presId="urn:microsoft.com/office/officeart/2005/8/layout/vList3"/>
    <dgm:cxn modelId="{130AE4A0-3056-4D08-A0E4-0D7E8CD1ADCF}" type="presParOf" srcId="{4E6AE6F3-7B07-4D79-A84D-BB42F7B11A1C}" destId="{1E29A56D-881A-4768-BADD-02F24E2AB2F2}" srcOrd="0" destOrd="0" presId="urn:microsoft.com/office/officeart/2005/8/layout/vList3"/>
    <dgm:cxn modelId="{79F7E548-5225-4F42-8BC7-21146438D51E}" type="presParOf" srcId="{4E6AE6F3-7B07-4D79-A84D-BB42F7B11A1C}" destId="{C1C57557-BCD5-49DA-ACC0-E0838512C6B2}" srcOrd="1" destOrd="0" presId="urn:microsoft.com/office/officeart/2005/8/layout/vList3"/>
    <dgm:cxn modelId="{65834C71-8DB8-4BE8-9993-6A100D936962}" type="presParOf" srcId="{132180B6-1C19-4788-90DD-755EAC673902}" destId="{1D60089B-9147-41C5-AD84-FA77B752F840}" srcOrd="3" destOrd="0" presId="urn:microsoft.com/office/officeart/2005/8/layout/vList3"/>
    <dgm:cxn modelId="{EF230596-1831-42BB-8927-1E26458E2EFA}" type="presParOf" srcId="{132180B6-1C19-4788-90DD-755EAC673902}" destId="{4C558642-CE32-4056-A65B-ED63C3A3EAD3}" srcOrd="4" destOrd="0" presId="urn:microsoft.com/office/officeart/2005/8/layout/vList3"/>
    <dgm:cxn modelId="{FD2CB92A-3AB6-4590-A54A-62B05F7F91CA}" type="presParOf" srcId="{4C558642-CE32-4056-A65B-ED63C3A3EAD3}" destId="{865912BC-6D5E-4AA2-9A51-3BAF213A8B91}" srcOrd="0" destOrd="0" presId="urn:microsoft.com/office/officeart/2005/8/layout/vList3"/>
    <dgm:cxn modelId="{A28E3A7B-16CD-4EE6-83E7-0763DC22CF64}" type="presParOf" srcId="{4C558642-CE32-4056-A65B-ED63C3A3EAD3}" destId="{72E8AFEE-466F-4434-A057-7A1E6C22680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125C6E-0489-4399-995E-1301343524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C00268D9-4D80-4181-81A6-976E9B5DF1D0}">
      <dgm:prSet/>
      <dgm:spPr/>
      <dgm:t>
        <a:bodyPr/>
        <a:lstStyle/>
        <a:p>
          <a:pPr rtl="0"/>
          <a:r>
            <a:rPr lang="es-CO"/>
            <a:t>Inicio</a:t>
          </a:r>
        </a:p>
      </dgm:t>
    </dgm:pt>
    <dgm:pt modelId="{909A0627-27FB-4B2E-9925-FD58188328AA}" type="parTrans" cxnId="{FC987891-5B2D-4582-9F4D-8954290567DA}">
      <dgm:prSet/>
      <dgm:spPr/>
      <dgm:t>
        <a:bodyPr/>
        <a:lstStyle/>
        <a:p>
          <a:endParaRPr lang="es-CO"/>
        </a:p>
      </dgm:t>
    </dgm:pt>
    <dgm:pt modelId="{617BAB8D-1455-4524-9F51-2538FD4E1486}" type="sibTrans" cxnId="{FC987891-5B2D-4582-9F4D-8954290567DA}">
      <dgm:prSet/>
      <dgm:spPr/>
      <dgm:t>
        <a:bodyPr/>
        <a:lstStyle/>
        <a:p>
          <a:endParaRPr lang="es-CO"/>
        </a:p>
      </dgm:t>
    </dgm:pt>
    <dgm:pt modelId="{4F7A762C-EBEA-4143-A6D4-8A22F536987A}">
      <dgm:prSet/>
      <dgm:spPr/>
      <dgm:t>
        <a:bodyPr/>
        <a:lstStyle/>
        <a:p>
          <a:pPr rtl="0"/>
          <a:r>
            <a:rPr lang="es-CO"/>
            <a:t>Requisitos de negocio</a:t>
          </a:r>
        </a:p>
      </dgm:t>
    </dgm:pt>
    <dgm:pt modelId="{06E6944B-B022-4BEA-80E6-ED0AF6FEFA5E}" type="parTrans" cxnId="{D278BA6D-B278-4765-ACDC-545BA0FB1E9F}">
      <dgm:prSet/>
      <dgm:spPr/>
      <dgm:t>
        <a:bodyPr/>
        <a:lstStyle/>
        <a:p>
          <a:endParaRPr lang="es-CO"/>
        </a:p>
      </dgm:t>
    </dgm:pt>
    <dgm:pt modelId="{E4B135FA-E4B1-49D7-ACDE-292B75D5A55B}" type="sibTrans" cxnId="{D278BA6D-B278-4765-ACDC-545BA0FB1E9F}">
      <dgm:prSet/>
      <dgm:spPr/>
      <dgm:t>
        <a:bodyPr/>
        <a:lstStyle/>
        <a:p>
          <a:endParaRPr lang="es-CO"/>
        </a:p>
      </dgm:t>
    </dgm:pt>
    <dgm:pt modelId="{D93B8A74-3CC2-422A-8CA2-BB302E7D8B9A}">
      <dgm:prSet/>
      <dgm:spPr/>
      <dgm:t>
        <a:bodyPr/>
        <a:lstStyle/>
        <a:p>
          <a:pPr rtl="0"/>
          <a:r>
            <a:rPr lang="es-CO"/>
            <a:t>Casos de uso básico</a:t>
          </a:r>
        </a:p>
      </dgm:t>
    </dgm:pt>
    <dgm:pt modelId="{74763E82-83C0-4970-8FEC-82C0F9463256}" type="parTrans" cxnId="{C5A72155-34DD-4BF2-A45F-3382B73FCD0F}">
      <dgm:prSet/>
      <dgm:spPr/>
      <dgm:t>
        <a:bodyPr/>
        <a:lstStyle/>
        <a:p>
          <a:endParaRPr lang="es-CO"/>
        </a:p>
      </dgm:t>
    </dgm:pt>
    <dgm:pt modelId="{45F5328F-3A75-40C7-9880-7674A326169C}" type="sibTrans" cxnId="{C5A72155-34DD-4BF2-A45F-3382B73FCD0F}">
      <dgm:prSet/>
      <dgm:spPr/>
      <dgm:t>
        <a:bodyPr/>
        <a:lstStyle/>
        <a:p>
          <a:endParaRPr lang="es-CO"/>
        </a:p>
      </dgm:t>
    </dgm:pt>
    <dgm:pt modelId="{3B4AE0BA-6042-4E78-98F6-7429F46A87AC}">
      <dgm:prSet/>
      <dgm:spPr/>
      <dgm:t>
        <a:bodyPr/>
        <a:lstStyle/>
        <a:p>
          <a:pPr rtl="0"/>
          <a:r>
            <a:rPr lang="es-CO" dirty="0"/>
            <a:t>Plan de proyecto</a:t>
          </a:r>
        </a:p>
      </dgm:t>
    </dgm:pt>
    <dgm:pt modelId="{264FF24F-6EDC-4F34-8958-ABEA020D1E22}" type="parTrans" cxnId="{863898BD-7ED5-406D-91D2-024854430358}">
      <dgm:prSet/>
      <dgm:spPr/>
      <dgm:t>
        <a:bodyPr/>
        <a:lstStyle/>
        <a:p>
          <a:endParaRPr lang="es-CO"/>
        </a:p>
      </dgm:t>
    </dgm:pt>
    <dgm:pt modelId="{826CDB53-AEA4-49BA-9103-6F7D34FFF204}" type="sibTrans" cxnId="{863898BD-7ED5-406D-91D2-024854430358}">
      <dgm:prSet/>
      <dgm:spPr/>
      <dgm:t>
        <a:bodyPr/>
        <a:lstStyle/>
        <a:p>
          <a:endParaRPr lang="es-CO"/>
        </a:p>
      </dgm:t>
    </dgm:pt>
    <dgm:pt modelId="{53900E68-33E5-4B9C-9A00-DFE442926C8B}">
      <dgm:prSet/>
      <dgm:spPr/>
      <dgm:t>
        <a:bodyPr/>
        <a:lstStyle/>
        <a:p>
          <a:pPr rtl="0"/>
          <a:endParaRPr lang="es-CO" dirty="0"/>
        </a:p>
      </dgm:t>
    </dgm:pt>
    <dgm:pt modelId="{148A7D19-08F3-4A25-B193-83972E48F523}" type="parTrans" cxnId="{4BB3F334-7DF8-4A04-B185-8C697CD81928}">
      <dgm:prSet/>
      <dgm:spPr/>
    </dgm:pt>
    <dgm:pt modelId="{AE7E463A-6568-44C9-8B58-680BBAA025FA}" type="sibTrans" cxnId="{4BB3F334-7DF8-4A04-B185-8C697CD81928}">
      <dgm:prSet/>
      <dgm:spPr/>
    </dgm:pt>
    <dgm:pt modelId="{887193E9-2654-468F-81F2-CB46C88057D9}" type="pres">
      <dgm:prSet presAssocID="{26125C6E-0489-4399-995E-13013435248F}" presName="linear" presStyleCnt="0">
        <dgm:presLayoutVars>
          <dgm:animLvl val="lvl"/>
          <dgm:resizeHandles val="exact"/>
        </dgm:presLayoutVars>
      </dgm:prSet>
      <dgm:spPr/>
    </dgm:pt>
    <dgm:pt modelId="{FF27BF15-CCB0-4F7A-8960-E0AABE0D80D8}" type="pres">
      <dgm:prSet presAssocID="{C00268D9-4D80-4181-81A6-976E9B5DF1D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59DC8FF-CF4C-46B3-8F42-CDDAC6C51067}" type="pres">
      <dgm:prSet presAssocID="{C00268D9-4D80-4181-81A6-976E9B5DF1D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BAE2F1B-8400-4B6D-80B8-12BBC226A84E}" type="presOf" srcId="{D93B8A74-3CC2-422A-8CA2-BB302E7D8B9A}" destId="{759DC8FF-CF4C-46B3-8F42-CDDAC6C51067}" srcOrd="0" destOrd="1" presId="urn:microsoft.com/office/officeart/2005/8/layout/vList2"/>
    <dgm:cxn modelId="{4BB3F334-7DF8-4A04-B185-8C697CD81928}" srcId="{C00268D9-4D80-4181-81A6-976E9B5DF1D0}" destId="{53900E68-33E5-4B9C-9A00-DFE442926C8B}" srcOrd="3" destOrd="0" parTransId="{148A7D19-08F3-4A25-B193-83972E48F523}" sibTransId="{AE7E463A-6568-44C9-8B58-680BBAA025FA}"/>
    <dgm:cxn modelId="{1F89055B-3BD4-4CD3-968E-0D2322FB0D8B}" type="presOf" srcId="{4F7A762C-EBEA-4143-A6D4-8A22F536987A}" destId="{759DC8FF-CF4C-46B3-8F42-CDDAC6C51067}" srcOrd="0" destOrd="0" presId="urn:microsoft.com/office/officeart/2005/8/layout/vList2"/>
    <dgm:cxn modelId="{E78A906D-43E7-410C-BF8F-96097F7390C9}" type="presOf" srcId="{C00268D9-4D80-4181-81A6-976E9B5DF1D0}" destId="{FF27BF15-CCB0-4F7A-8960-E0AABE0D80D8}" srcOrd="0" destOrd="0" presId="urn:microsoft.com/office/officeart/2005/8/layout/vList2"/>
    <dgm:cxn modelId="{D278BA6D-B278-4765-ACDC-545BA0FB1E9F}" srcId="{C00268D9-4D80-4181-81A6-976E9B5DF1D0}" destId="{4F7A762C-EBEA-4143-A6D4-8A22F536987A}" srcOrd="0" destOrd="0" parTransId="{06E6944B-B022-4BEA-80E6-ED0AF6FEFA5E}" sibTransId="{E4B135FA-E4B1-49D7-ACDE-292B75D5A55B}"/>
    <dgm:cxn modelId="{C5A72155-34DD-4BF2-A45F-3382B73FCD0F}" srcId="{C00268D9-4D80-4181-81A6-976E9B5DF1D0}" destId="{D93B8A74-3CC2-422A-8CA2-BB302E7D8B9A}" srcOrd="1" destOrd="0" parTransId="{74763E82-83C0-4970-8FEC-82C0F9463256}" sibTransId="{45F5328F-3A75-40C7-9880-7674A326169C}"/>
    <dgm:cxn modelId="{FC987891-5B2D-4582-9F4D-8954290567DA}" srcId="{26125C6E-0489-4399-995E-13013435248F}" destId="{C00268D9-4D80-4181-81A6-976E9B5DF1D0}" srcOrd="0" destOrd="0" parTransId="{909A0627-27FB-4B2E-9925-FD58188328AA}" sibTransId="{617BAB8D-1455-4524-9F51-2538FD4E1486}"/>
    <dgm:cxn modelId="{CF9D14B6-69C4-4034-8AD7-EF7BFC2348AE}" type="presOf" srcId="{26125C6E-0489-4399-995E-13013435248F}" destId="{887193E9-2654-468F-81F2-CB46C88057D9}" srcOrd="0" destOrd="0" presId="urn:microsoft.com/office/officeart/2005/8/layout/vList2"/>
    <dgm:cxn modelId="{863898BD-7ED5-406D-91D2-024854430358}" srcId="{C00268D9-4D80-4181-81A6-976E9B5DF1D0}" destId="{3B4AE0BA-6042-4E78-98F6-7429F46A87AC}" srcOrd="2" destOrd="0" parTransId="{264FF24F-6EDC-4F34-8958-ABEA020D1E22}" sibTransId="{826CDB53-AEA4-49BA-9103-6F7D34FFF204}"/>
    <dgm:cxn modelId="{E34F38D6-6954-46CA-A54F-69759E59596C}" type="presOf" srcId="{53900E68-33E5-4B9C-9A00-DFE442926C8B}" destId="{759DC8FF-CF4C-46B3-8F42-CDDAC6C51067}" srcOrd="0" destOrd="3" presId="urn:microsoft.com/office/officeart/2005/8/layout/vList2"/>
    <dgm:cxn modelId="{930609EF-8B40-4FCD-B7D2-1968A2C477B5}" type="presOf" srcId="{3B4AE0BA-6042-4E78-98F6-7429F46A87AC}" destId="{759DC8FF-CF4C-46B3-8F42-CDDAC6C51067}" srcOrd="0" destOrd="2" presId="urn:microsoft.com/office/officeart/2005/8/layout/vList2"/>
    <dgm:cxn modelId="{C43C48A2-7FB5-45A4-96E2-A672B6FDB867}" type="presParOf" srcId="{887193E9-2654-468F-81F2-CB46C88057D9}" destId="{FF27BF15-CCB0-4F7A-8960-E0AABE0D80D8}" srcOrd="0" destOrd="0" presId="urn:microsoft.com/office/officeart/2005/8/layout/vList2"/>
    <dgm:cxn modelId="{4ED97658-5301-4DDE-82E7-53EAD4C03643}" type="presParOf" srcId="{887193E9-2654-468F-81F2-CB46C88057D9}" destId="{759DC8FF-CF4C-46B3-8F42-CDDAC6C5106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EA74A1-64C5-4469-A1C2-06497A123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0A7C0829-EC0D-4C8D-BD70-A9DB9CDAE6AA}">
      <dgm:prSet/>
      <dgm:spPr/>
      <dgm:t>
        <a:bodyPr/>
        <a:lstStyle/>
        <a:p>
          <a:pPr rtl="0"/>
          <a:r>
            <a:rPr lang="es-CO"/>
            <a:t>Elaboración</a:t>
          </a:r>
        </a:p>
      </dgm:t>
    </dgm:pt>
    <dgm:pt modelId="{6AD30842-BC75-417B-8C82-4CE39EC9590A}" type="parTrans" cxnId="{9A1F3220-1664-4003-A21A-31CC57209518}">
      <dgm:prSet/>
      <dgm:spPr/>
      <dgm:t>
        <a:bodyPr/>
        <a:lstStyle/>
        <a:p>
          <a:endParaRPr lang="es-CO"/>
        </a:p>
      </dgm:t>
    </dgm:pt>
    <dgm:pt modelId="{50DD2A12-3C3E-44AE-9CA6-36471AB05A4C}" type="sibTrans" cxnId="{9A1F3220-1664-4003-A21A-31CC57209518}">
      <dgm:prSet/>
      <dgm:spPr/>
      <dgm:t>
        <a:bodyPr/>
        <a:lstStyle/>
        <a:p>
          <a:endParaRPr lang="es-CO"/>
        </a:p>
      </dgm:t>
    </dgm:pt>
    <dgm:pt modelId="{CF90844D-E954-4EE7-84BC-F4ED18CEB74C}">
      <dgm:prSet/>
      <dgm:spPr/>
      <dgm:t>
        <a:bodyPr/>
        <a:lstStyle/>
        <a:p>
          <a:pPr rtl="0"/>
          <a:r>
            <a:rPr lang="es-CO" dirty="0"/>
            <a:t>Requisitos funcionales y  no funcionales</a:t>
          </a:r>
        </a:p>
      </dgm:t>
    </dgm:pt>
    <dgm:pt modelId="{A3481F3A-FFBE-46B2-9E23-8B5D472B82F1}" type="parTrans" cxnId="{A9338628-2450-4F4B-90B3-7065CEEDBA72}">
      <dgm:prSet/>
      <dgm:spPr/>
      <dgm:t>
        <a:bodyPr/>
        <a:lstStyle/>
        <a:p>
          <a:endParaRPr lang="es-CO"/>
        </a:p>
      </dgm:t>
    </dgm:pt>
    <dgm:pt modelId="{7F2DFD62-3643-4163-9EB9-5336AC3A485D}" type="sibTrans" cxnId="{A9338628-2450-4F4B-90B3-7065CEEDBA72}">
      <dgm:prSet/>
      <dgm:spPr/>
      <dgm:t>
        <a:bodyPr/>
        <a:lstStyle/>
        <a:p>
          <a:endParaRPr lang="es-CO"/>
        </a:p>
      </dgm:t>
    </dgm:pt>
    <dgm:pt modelId="{EB04789A-6394-4243-A458-77C0922579C5}">
      <dgm:prSet/>
      <dgm:spPr/>
      <dgm:t>
        <a:bodyPr/>
        <a:lstStyle/>
        <a:p>
          <a:pPr rtl="0"/>
          <a:r>
            <a:rPr lang="es-CO" dirty="0"/>
            <a:t>Modelo de casos de uso</a:t>
          </a:r>
        </a:p>
      </dgm:t>
    </dgm:pt>
    <dgm:pt modelId="{A20FD00A-0D28-4BC1-AFE1-2C50C852C0A8}" type="parTrans" cxnId="{D551AACA-3C0B-4F26-9612-5158983988BC}">
      <dgm:prSet/>
      <dgm:spPr/>
      <dgm:t>
        <a:bodyPr/>
        <a:lstStyle/>
        <a:p>
          <a:endParaRPr lang="es-CO"/>
        </a:p>
      </dgm:t>
    </dgm:pt>
    <dgm:pt modelId="{430EF320-8AFE-496F-9CFD-9C3B07F0F7EC}" type="sibTrans" cxnId="{D551AACA-3C0B-4F26-9612-5158983988BC}">
      <dgm:prSet/>
      <dgm:spPr/>
      <dgm:t>
        <a:bodyPr/>
        <a:lstStyle/>
        <a:p>
          <a:endParaRPr lang="es-CO"/>
        </a:p>
      </dgm:t>
    </dgm:pt>
    <dgm:pt modelId="{229117E2-F29B-4ABE-8ADD-E618AECC3F28}">
      <dgm:prSet/>
      <dgm:spPr/>
      <dgm:t>
        <a:bodyPr/>
        <a:lstStyle/>
        <a:p>
          <a:pPr rtl="0"/>
          <a:r>
            <a:rPr lang="es-CO" dirty="0"/>
            <a:t>Modelo de análisis</a:t>
          </a:r>
        </a:p>
      </dgm:t>
    </dgm:pt>
    <dgm:pt modelId="{161D776C-E347-4179-B456-77660F5F155B}" type="parTrans" cxnId="{BE007641-76C9-4395-816D-8A93F0940808}">
      <dgm:prSet/>
      <dgm:spPr/>
      <dgm:t>
        <a:bodyPr/>
        <a:lstStyle/>
        <a:p>
          <a:endParaRPr lang="es-CO"/>
        </a:p>
      </dgm:t>
    </dgm:pt>
    <dgm:pt modelId="{C5711A5B-C603-4511-9347-C496E6FC35B8}" type="sibTrans" cxnId="{BE007641-76C9-4395-816D-8A93F0940808}">
      <dgm:prSet/>
      <dgm:spPr/>
      <dgm:t>
        <a:bodyPr/>
        <a:lstStyle/>
        <a:p>
          <a:endParaRPr lang="es-CO"/>
        </a:p>
      </dgm:t>
    </dgm:pt>
    <dgm:pt modelId="{5BE9E215-63C0-4866-8C77-03DDB4095FB7}">
      <dgm:prSet/>
      <dgm:spPr/>
      <dgm:t>
        <a:bodyPr/>
        <a:lstStyle/>
        <a:p>
          <a:pPr rtl="0"/>
          <a:r>
            <a:rPr lang="es-CO" dirty="0"/>
            <a:t>Modelo de diseño</a:t>
          </a:r>
        </a:p>
      </dgm:t>
    </dgm:pt>
    <dgm:pt modelId="{EB93923C-A79F-4263-9889-20AB48C5DC88}" type="parTrans" cxnId="{73A20C57-0A2B-40F1-8BDF-79BABE5D8CA6}">
      <dgm:prSet/>
      <dgm:spPr/>
      <dgm:t>
        <a:bodyPr/>
        <a:lstStyle/>
        <a:p>
          <a:endParaRPr lang="es-CO"/>
        </a:p>
      </dgm:t>
    </dgm:pt>
    <dgm:pt modelId="{1EB12908-5E8E-45E9-B8CB-5C667BBDE17B}" type="sibTrans" cxnId="{73A20C57-0A2B-40F1-8BDF-79BABE5D8CA6}">
      <dgm:prSet/>
      <dgm:spPr/>
      <dgm:t>
        <a:bodyPr/>
        <a:lstStyle/>
        <a:p>
          <a:endParaRPr lang="es-CO"/>
        </a:p>
      </dgm:t>
    </dgm:pt>
    <dgm:pt modelId="{495FC3E3-94E9-4F89-AB68-0475BF7800EF}">
      <dgm:prSet/>
      <dgm:spPr/>
      <dgm:t>
        <a:bodyPr/>
        <a:lstStyle/>
        <a:p>
          <a:pPr rtl="0"/>
          <a:r>
            <a:rPr lang="es-CO" dirty="0"/>
            <a:t>Modelo de implementación</a:t>
          </a:r>
        </a:p>
      </dgm:t>
    </dgm:pt>
    <dgm:pt modelId="{3644B3CF-71D2-4677-990A-F115F6CCCF5F}" type="parTrans" cxnId="{54AE4CA9-A6AF-43C8-A729-7D48CE6F189D}">
      <dgm:prSet/>
      <dgm:spPr/>
      <dgm:t>
        <a:bodyPr/>
        <a:lstStyle/>
        <a:p>
          <a:endParaRPr lang="es-CO"/>
        </a:p>
      </dgm:t>
    </dgm:pt>
    <dgm:pt modelId="{C6832CE8-1B56-45ED-9646-84F33D0AFB26}" type="sibTrans" cxnId="{54AE4CA9-A6AF-43C8-A729-7D48CE6F189D}">
      <dgm:prSet/>
      <dgm:spPr/>
      <dgm:t>
        <a:bodyPr/>
        <a:lstStyle/>
        <a:p>
          <a:endParaRPr lang="es-CO"/>
        </a:p>
      </dgm:t>
    </dgm:pt>
    <dgm:pt modelId="{65DB2C83-4A31-4D65-886E-298139F03F17}">
      <dgm:prSet/>
      <dgm:spPr/>
      <dgm:t>
        <a:bodyPr/>
        <a:lstStyle/>
        <a:p>
          <a:pPr rtl="0"/>
          <a:r>
            <a:rPr lang="es-CO"/>
            <a:t>Prototipo funcional</a:t>
          </a:r>
        </a:p>
      </dgm:t>
    </dgm:pt>
    <dgm:pt modelId="{6E852778-4955-4B62-B009-316A8B0EE62E}" type="parTrans" cxnId="{1C39DD9F-A24A-4480-9DD5-3E6164BF7616}">
      <dgm:prSet/>
      <dgm:spPr/>
      <dgm:t>
        <a:bodyPr/>
        <a:lstStyle/>
        <a:p>
          <a:endParaRPr lang="es-CO"/>
        </a:p>
      </dgm:t>
    </dgm:pt>
    <dgm:pt modelId="{7EFABE93-B4F1-4FCB-9739-7854D6E6585F}" type="sibTrans" cxnId="{1C39DD9F-A24A-4480-9DD5-3E6164BF7616}">
      <dgm:prSet/>
      <dgm:spPr/>
      <dgm:t>
        <a:bodyPr/>
        <a:lstStyle/>
        <a:p>
          <a:endParaRPr lang="es-CO"/>
        </a:p>
      </dgm:t>
    </dgm:pt>
    <dgm:pt modelId="{6AFE7175-B998-410C-AB0F-E7D154BF2EC5}" type="pres">
      <dgm:prSet presAssocID="{26EA74A1-64C5-4469-A1C2-06497A123192}" presName="linear" presStyleCnt="0">
        <dgm:presLayoutVars>
          <dgm:animLvl val="lvl"/>
          <dgm:resizeHandles val="exact"/>
        </dgm:presLayoutVars>
      </dgm:prSet>
      <dgm:spPr/>
    </dgm:pt>
    <dgm:pt modelId="{DDB2DFA2-ADBF-4EA7-9A29-71E5FC453A8D}" type="pres">
      <dgm:prSet presAssocID="{0A7C0829-EC0D-4C8D-BD70-A9DB9CDAE6A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B290A7C-A1D3-4E41-89D8-C0F44C684F0A}" type="pres">
      <dgm:prSet presAssocID="{0A7C0829-EC0D-4C8D-BD70-A9DB9CDAE6A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D0EC70B-5862-4CFC-9462-EACFB4E6414F}" type="presOf" srcId="{0A7C0829-EC0D-4C8D-BD70-A9DB9CDAE6AA}" destId="{DDB2DFA2-ADBF-4EA7-9A29-71E5FC453A8D}" srcOrd="0" destOrd="0" presId="urn:microsoft.com/office/officeart/2005/8/layout/vList2"/>
    <dgm:cxn modelId="{40DCFA14-C2FC-4D94-8281-F5A3B15F1D66}" type="presOf" srcId="{495FC3E3-94E9-4F89-AB68-0475BF7800EF}" destId="{9B290A7C-A1D3-4E41-89D8-C0F44C684F0A}" srcOrd="0" destOrd="4" presId="urn:microsoft.com/office/officeart/2005/8/layout/vList2"/>
    <dgm:cxn modelId="{9A1F3220-1664-4003-A21A-31CC57209518}" srcId="{26EA74A1-64C5-4469-A1C2-06497A123192}" destId="{0A7C0829-EC0D-4C8D-BD70-A9DB9CDAE6AA}" srcOrd="0" destOrd="0" parTransId="{6AD30842-BC75-417B-8C82-4CE39EC9590A}" sibTransId="{50DD2A12-3C3E-44AE-9CA6-36471AB05A4C}"/>
    <dgm:cxn modelId="{A9338628-2450-4F4B-90B3-7065CEEDBA72}" srcId="{0A7C0829-EC0D-4C8D-BD70-A9DB9CDAE6AA}" destId="{CF90844D-E954-4EE7-84BC-F4ED18CEB74C}" srcOrd="0" destOrd="0" parTransId="{A3481F3A-FFBE-46B2-9E23-8B5D472B82F1}" sibTransId="{7F2DFD62-3643-4163-9EB9-5336AC3A485D}"/>
    <dgm:cxn modelId="{BE007641-76C9-4395-816D-8A93F0940808}" srcId="{0A7C0829-EC0D-4C8D-BD70-A9DB9CDAE6AA}" destId="{229117E2-F29B-4ABE-8ADD-E618AECC3F28}" srcOrd="2" destOrd="0" parTransId="{161D776C-E347-4179-B456-77660F5F155B}" sibTransId="{C5711A5B-C603-4511-9347-C496E6FC35B8}"/>
    <dgm:cxn modelId="{C3F92644-042C-4208-88CE-14C8660632DD}" type="presOf" srcId="{CF90844D-E954-4EE7-84BC-F4ED18CEB74C}" destId="{9B290A7C-A1D3-4E41-89D8-C0F44C684F0A}" srcOrd="0" destOrd="0" presId="urn:microsoft.com/office/officeart/2005/8/layout/vList2"/>
    <dgm:cxn modelId="{F551F550-1C41-4525-B9A6-876AC532928A}" type="presOf" srcId="{5BE9E215-63C0-4866-8C77-03DDB4095FB7}" destId="{9B290A7C-A1D3-4E41-89D8-C0F44C684F0A}" srcOrd="0" destOrd="3" presId="urn:microsoft.com/office/officeart/2005/8/layout/vList2"/>
    <dgm:cxn modelId="{73A20C57-0A2B-40F1-8BDF-79BABE5D8CA6}" srcId="{0A7C0829-EC0D-4C8D-BD70-A9DB9CDAE6AA}" destId="{5BE9E215-63C0-4866-8C77-03DDB4095FB7}" srcOrd="3" destOrd="0" parTransId="{EB93923C-A79F-4263-9889-20AB48C5DC88}" sibTransId="{1EB12908-5E8E-45E9-B8CB-5C667BBDE17B}"/>
    <dgm:cxn modelId="{15D7F359-B575-48F8-BFB5-55569FD4C60C}" type="presOf" srcId="{229117E2-F29B-4ABE-8ADD-E618AECC3F28}" destId="{9B290A7C-A1D3-4E41-89D8-C0F44C684F0A}" srcOrd="0" destOrd="2" presId="urn:microsoft.com/office/officeart/2005/8/layout/vList2"/>
    <dgm:cxn modelId="{1C39DD9F-A24A-4480-9DD5-3E6164BF7616}" srcId="{0A7C0829-EC0D-4C8D-BD70-A9DB9CDAE6AA}" destId="{65DB2C83-4A31-4D65-886E-298139F03F17}" srcOrd="5" destOrd="0" parTransId="{6E852778-4955-4B62-B009-316A8B0EE62E}" sibTransId="{7EFABE93-B4F1-4FCB-9739-7854D6E6585F}"/>
    <dgm:cxn modelId="{54AE4CA9-A6AF-43C8-A729-7D48CE6F189D}" srcId="{0A7C0829-EC0D-4C8D-BD70-A9DB9CDAE6AA}" destId="{495FC3E3-94E9-4F89-AB68-0475BF7800EF}" srcOrd="4" destOrd="0" parTransId="{3644B3CF-71D2-4677-990A-F115F6CCCF5F}" sibTransId="{C6832CE8-1B56-45ED-9646-84F33D0AFB26}"/>
    <dgm:cxn modelId="{A32CA9BA-80DF-4349-B12A-8A362CB39520}" type="presOf" srcId="{65DB2C83-4A31-4D65-886E-298139F03F17}" destId="{9B290A7C-A1D3-4E41-89D8-C0F44C684F0A}" srcOrd="0" destOrd="5" presId="urn:microsoft.com/office/officeart/2005/8/layout/vList2"/>
    <dgm:cxn modelId="{D551AACA-3C0B-4F26-9612-5158983988BC}" srcId="{0A7C0829-EC0D-4C8D-BD70-A9DB9CDAE6AA}" destId="{EB04789A-6394-4243-A458-77C0922579C5}" srcOrd="1" destOrd="0" parTransId="{A20FD00A-0D28-4BC1-AFE1-2C50C852C0A8}" sibTransId="{430EF320-8AFE-496F-9CFD-9C3B07F0F7EC}"/>
    <dgm:cxn modelId="{A82B8FE8-71FF-4C06-AD91-B2B29AE4064C}" type="presOf" srcId="{EB04789A-6394-4243-A458-77C0922579C5}" destId="{9B290A7C-A1D3-4E41-89D8-C0F44C684F0A}" srcOrd="0" destOrd="1" presId="urn:microsoft.com/office/officeart/2005/8/layout/vList2"/>
    <dgm:cxn modelId="{6CBADFFD-BB14-4AE3-9E3B-215C52C75179}" type="presOf" srcId="{26EA74A1-64C5-4469-A1C2-06497A123192}" destId="{6AFE7175-B998-410C-AB0F-E7D154BF2EC5}" srcOrd="0" destOrd="0" presId="urn:microsoft.com/office/officeart/2005/8/layout/vList2"/>
    <dgm:cxn modelId="{AF08E945-51ED-4864-81F1-4260497ACA05}" type="presParOf" srcId="{6AFE7175-B998-410C-AB0F-E7D154BF2EC5}" destId="{DDB2DFA2-ADBF-4EA7-9A29-71E5FC453A8D}" srcOrd="0" destOrd="0" presId="urn:microsoft.com/office/officeart/2005/8/layout/vList2"/>
    <dgm:cxn modelId="{31D4BD52-D320-4F74-AA7E-C13FD4415D0E}" type="presParOf" srcId="{6AFE7175-B998-410C-AB0F-E7D154BF2EC5}" destId="{9B290A7C-A1D3-4E41-89D8-C0F44C684F0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079E03-2E57-46C1-8118-C749482CE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BD3EB1E2-52F5-4947-8A76-8DB740C7011D}">
      <dgm:prSet/>
      <dgm:spPr/>
      <dgm:t>
        <a:bodyPr/>
        <a:lstStyle/>
        <a:p>
          <a:pPr rtl="0"/>
          <a:r>
            <a:rPr lang="es-CO"/>
            <a:t>Construcción</a:t>
          </a:r>
        </a:p>
      </dgm:t>
    </dgm:pt>
    <dgm:pt modelId="{3F9AD85E-5D65-4BF3-A35E-34BF65AB9E77}" type="parTrans" cxnId="{90D71B01-BB57-4577-86BB-9F3E49C19188}">
      <dgm:prSet/>
      <dgm:spPr/>
      <dgm:t>
        <a:bodyPr/>
        <a:lstStyle/>
        <a:p>
          <a:endParaRPr lang="es-CO"/>
        </a:p>
      </dgm:t>
    </dgm:pt>
    <dgm:pt modelId="{524CBB80-F2F0-49AF-96B3-D511E73EA3CB}" type="sibTrans" cxnId="{90D71B01-BB57-4577-86BB-9F3E49C19188}">
      <dgm:prSet/>
      <dgm:spPr/>
      <dgm:t>
        <a:bodyPr/>
        <a:lstStyle/>
        <a:p>
          <a:endParaRPr lang="es-CO"/>
        </a:p>
      </dgm:t>
    </dgm:pt>
    <dgm:pt modelId="{B05FD720-E3AA-4EAC-8DF3-48B4C28DF0D1}">
      <dgm:prSet/>
      <dgm:spPr/>
      <dgm:t>
        <a:bodyPr/>
        <a:lstStyle/>
        <a:p>
          <a:pPr rtl="0"/>
          <a:r>
            <a:rPr lang="es-CO"/>
            <a:t>Código binario</a:t>
          </a:r>
        </a:p>
      </dgm:t>
    </dgm:pt>
    <dgm:pt modelId="{C20613EA-DE8E-4225-93B5-E61B2B57B5F6}" type="parTrans" cxnId="{4511D533-114D-4583-81DA-1EB04099F5AA}">
      <dgm:prSet/>
      <dgm:spPr/>
      <dgm:t>
        <a:bodyPr/>
        <a:lstStyle/>
        <a:p>
          <a:endParaRPr lang="es-CO"/>
        </a:p>
      </dgm:t>
    </dgm:pt>
    <dgm:pt modelId="{F82CF88A-7B19-40C9-817C-A9120F4002B7}" type="sibTrans" cxnId="{4511D533-114D-4583-81DA-1EB04099F5AA}">
      <dgm:prSet/>
      <dgm:spPr/>
      <dgm:t>
        <a:bodyPr/>
        <a:lstStyle/>
        <a:p>
          <a:endParaRPr lang="es-CO"/>
        </a:p>
      </dgm:t>
    </dgm:pt>
    <dgm:pt modelId="{494F9346-BD85-4090-B74B-B3F6F30F9E53}">
      <dgm:prSet/>
      <dgm:spPr/>
      <dgm:t>
        <a:bodyPr/>
        <a:lstStyle/>
        <a:p>
          <a:pPr rtl="0"/>
          <a:r>
            <a:rPr lang="es-CO"/>
            <a:t>Modelo de implementación</a:t>
          </a:r>
        </a:p>
      </dgm:t>
    </dgm:pt>
    <dgm:pt modelId="{20465D26-2333-4C56-AFAA-D2D3497BE322}" type="parTrans" cxnId="{665313FD-45AC-44F6-A7B5-7542FD263C5E}">
      <dgm:prSet/>
      <dgm:spPr/>
      <dgm:t>
        <a:bodyPr/>
        <a:lstStyle/>
        <a:p>
          <a:endParaRPr lang="es-CO"/>
        </a:p>
      </dgm:t>
    </dgm:pt>
    <dgm:pt modelId="{8034A111-5003-46B8-82AF-83A22B287032}" type="sibTrans" cxnId="{665313FD-45AC-44F6-A7B5-7542FD263C5E}">
      <dgm:prSet/>
      <dgm:spPr/>
      <dgm:t>
        <a:bodyPr/>
        <a:lstStyle/>
        <a:p>
          <a:endParaRPr lang="es-CO"/>
        </a:p>
      </dgm:t>
    </dgm:pt>
    <dgm:pt modelId="{1DD56AF3-33FA-42B6-A10C-9F09542DB946}">
      <dgm:prSet/>
      <dgm:spPr/>
      <dgm:t>
        <a:bodyPr/>
        <a:lstStyle/>
        <a:p>
          <a:pPr rtl="0"/>
          <a:r>
            <a:rPr lang="es-CO"/>
            <a:t>Modelo de despliegue</a:t>
          </a:r>
        </a:p>
      </dgm:t>
    </dgm:pt>
    <dgm:pt modelId="{7A0515BB-1E70-4994-B8B6-FD9C5F806416}" type="parTrans" cxnId="{A0745D1E-9951-4415-9BAE-C916B260AE14}">
      <dgm:prSet/>
      <dgm:spPr/>
      <dgm:t>
        <a:bodyPr/>
        <a:lstStyle/>
        <a:p>
          <a:endParaRPr lang="es-CO"/>
        </a:p>
      </dgm:t>
    </dgm:pt>
    <dgm:pt modelId="{84758DE8-7DB6-4435-A388-D0192809462A}" type="sibTrans" cxnId="{A0745D1E-9951-4415-9BAE-C916B260AE14}">
      <dgm:prSet/>
      <dgm:spPr/>
      <dgm:t>
        <a:bodyPr/>
        <a:lstStyle/>
        <a:p>
          <a:endParaRPr lang="es-CO"/>
        </a:p>
      </dgm:t>
    </dgm:pt>
    <dgm:pt modelId="{5DE42E8E-8F44-4196-ADCF-E2D3835A5DCC}">
      <dgm:prSet/>
      <dgm:spPr/>
      <dgm:t>
        <a:bodyPr/>
        <a:lstStyle/>
        <a:p>
          <a:pPr rtl="0"/>
          <a:r>
            <a:rPr lang="es-CO"/>
            <a:t>Manuales</a:t>
          </a:r>
        </a:p>
      </dgm:t>
    </dgm:pt>
    <dgm:pt modelId="{6FDCB552-8746-4099-9D7C-B87A1B0BEA9E}" type="parTrans" cxnId="{FC86EDD8-7165-4217-AD14-139C54E3EFA6}">
      <dgm:prSet/>
      <dgm:spPr/>
      <dgm:t>
        <a:bodyPr/>
        <a:lstStyle/>
        <a:p>
          <a:endParaRPr lang="es-CO"/>
        </a:p>
      </dgm:t>
    </dgm:pt>
    <dgm:pt modelId="{6A97DD22-4AA4-4418-94F1-3805463FFEA9}" type="sibTrans" cxnId="{FC86EDD8-7165-4217-AD14-139C54E3EFA6}">
      <dgm:prSet/>
      <dgm:spPr/>
      <dgm:t>
        <a:bodyPr/>
        <a:lstStyle/>
        <a:p>
          <a:endParaRPr lang="es-CO"/>
        </a:p>
      </dgm:t>
    </dgm:pt>
    <dgm:pt modelId="{8B8CD30D-F0E1-4120-9D9A-749A9AC878E2}" type="pres">
      <dgm:prSet presAssocID="{48079E03-2E57-46C1-8118-C749482CE22E}" presName="linear" presStyleCnt="0">
        <dgm:presLayoutVars>
          <dgm:animLvl val="lvl"/>
          <dgm:resizeHandles val="exact"/>
        </dgm:presLayoutVars>
      </dgm:prSet>
      <dgm:spPr/>
    </dgm:pt>
    <dgm:pt modelId="{FF6123F3-83BB-4460-90C0-00687C10AD11}" type="pres">
      <dgm:prSet presAssocID="{BD3EB1E2-52F5-4947-8A76-8DB740C7011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604FC7E-E98B-4D54-BC66-8F77DA605B0E}" type="pres">
      <dgm:prSet presAssocID="{BD3EB1E2-52F5-4947-8A76-8DB740C7011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0D71B01-BB57-4577-86BB-9F3E49C19188}" srcId="{48079E03-2E57-46C1-8118-C749482CE22E}" destId="{BD3EB1E2-52F5-4947-8A76-8DB740C7011D}" srcOrd="0" destOrd="0" parTransId="{3F9AD85E-5D65-4BF3-A35E-34BF65AB9E77}" sibTransId="{524CBB80-F2F0-49AF-96B3-D511E73EA3CB}"/>
    <dgm:cxn modelId="{032C381A-EC60-4FDE-A259-C979A993BC7B}" type="presOf" srcId="{BD3EB1E2-52F5-4947-8A76-8DB740C7011D}" destId="{FF6123F3-83BB-4460-90C0-00687C10AD11}" srcOrd="0" destOrd="0" presId="urn:microsoft.com/office/officeart/2005/8/layout/vList2"/>
    <dgm:cxn modelId="{A0745D1E-9951-4415-9BAE-C916B260AE14}" srcId="{BD3EB1E2-52F5-4947-8A76-8DB740C7011D}" destId="{1DD56AF3-33FA-42B6-A10C-9F09542DB946}" srcOrd="2" destOrd="0" parTransId="{7A0515BB-1E70-4994-B8B6-FD9C5F806416}" sibTransId="{84758DE8-7DB6-4435-A388-D0192809462A}"/>
    <dgm:cxn modelId="{4511D533-114D-4583-81DA-1EB04099F5AA}" srcId="{BD3EB1E2-52F5-4947-8A76-8DB740C7011D}" destId="{B05FD720-E3AA-4EAC-8DF3-48B4C28DF0D1}" srcOrd="0" destOrd="0" parTransId="{C20613EA-DE8E-4225-93B5-E61B2B57B5F6}" sibTransId="{F82CF88A-7B19-40C9-817C-A9120F4002B7}"/>
    <dgm:cxn modelId="{4AE7AF48-A018-4E50-8854-E16104CB54DA}" type="presOf" srcId="{5DE42E8E-8F44-4196-ADCF-E2D3835A5DCC}" destId="{C604FC7E-E98B-4D54-BC66-8F77DA605B0E}" srcOrd="0" destOrd="3" presId="urn:microsoft.com/office/officeart/2005/8/layout/vList2"/>
    <dgm:cxn modelId="{124FDF52-0D25-4844-A3BA-FA1F5B4AA72F}" type="presOf" srcId="{48079E03-2E57-46C1-8118-C749482CE22E}" destId="{8B8CD30D-F0E1-4120-9D9A-749A9AC878E2}" srcOrd="0" destOrd="0" presId="urn:microsoft.com/office/officeart/2005/8/layout/vList2"/>
    <dgm:cxn modelId="{3E523298-081E-4D05-A204-CEDCCBECC7C1}" type="presOf" srcId="{1DD56AF3-33FA-42B6-A10C-9F09542DB946}" destId="{C604FC7E-E98B-4D54-BC66-8F77DA605B0E}" srcOrd="0" destOrd="2" presId="urn:microsoft.com/office/officeart/2005/8/layout/vList2"/>
    <dgm:cxn modelId="{67139ED3-B7B5-4E4E-9421-8F6CF21DC663}" type="presOf" srcId="{494F9346-BD85-4090-B74B-B3F6F30F9E53}" destId="{C604FC7E-E98B-4D54-BC66-8F77DA605B0E}" srcOrd="0" destOrd="1" presId="urn:microsoft.com/office/officeart/2005/8/layout/vList2"/>
    <dgm:cxn modelId="{FC86EDD8-7165-4217-AD14-139C54E3EFA6}" srcId="{BD3EB1E2-52F5-4947-8A76-8DB740C7011D}" destId="{5DE42E8E-8F44-4196-ADCF-E2D3835A5DCC}" srcOrd="3" destOrd="0" parTransId="{6FDCB552-8746-4099-9D7C-B87A1B0BEA9E}" sibTransId="{6A97DD22-4AA4-4418-94F1-3805463FFEA9}"/>
    <dgm:cxn modelId="{F1FA7CDD-B6CF-40BA-BC4A-0D1C1D84D66B}" type="presOf" srcId="{B05FD720-E3AA-4EAC-8DF3-48B4C28DF0D1}" destId="{C604FC7E-E98B-4D54-BC66-8F77DA605B0E}" srcOrd="0" destOrd="0" presId="urn:microsoft.com/office/officeart/2005/8/layout/vList2"/>
    <dgm:cxn modelId="{665313FD-45AC-44F6-A7B5-7542FD263C5E}" srcId="{BD3EB1E2-52F5-4947-8A76-8DB740C7011D}" destId="{494F9346-BD85-4090-B74B-B3F6F30F9E53}" srcOrd="1" destOrd="0" parTransId="{20465D26-2333-4C56-AFAA-D2D3497BE322}" sibTransId="{8034A111-5003-46B8-82AF-83A22B287032}"/>
    <dgm:cxn modelId="{B3743B7E-87AA-4341-8942-132C8CDBF405}" type="presParOf" srcId="{8B8CD30D-F0E1-4120-9D9A-749A9AC878E2}" destId="{FF6123F3-83BB-4460-90C0-00687C10AD11}" srcOrd="0" destOrd="0" presId="urn:microsoft.com/office/officeart/2005/8/layout/vList2"/>
    <dgm:cxn modelId="{F33824E7-43B0-488B-A152-92820EE730D3}" type="presParOf" srcId="{8B8CD30D-F0E1-4120-9D9A-749A9AC878E2}" destId="{C604FC7E-E98B-4D54-BC66-8F77DA605B0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38F84B-E377-41E4-8FB4-AB47E8C636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E276C1A7-E044-4903-8524-C3846C870387}">
      <dgm:prSet/>
      <dgm:spPr/>
      <dgm:t>
        <a:bodyPr/>
        <a:lstStyle/>
        <a:p>
          <a:pPr rtl="0"/>
          <a:r>
            <a:rPr lang="es-CO"/>
            <a:t>Transición</a:t>
          </a:r>
        </a:p>
      </dgm:t>
    </dgm:pt>
    <dgm:pt modelId="{B3C00F40-9919-4F01-88CC-5C9B595358EF}" type="parTrans" cxnId="{6E077DDD-3A6F-494E-A0D6-3C8EBD78267C}">
      <dgm:prSet/>
      <dgm:spPr/>
      <dgm:t>
        <a:bodyPr/>
        <a:lstStyle/>
        <a:p>
          <a:endParaRPr lang="es-CO"/>
        </a:p>
      </dgm:t>
    </dgm:pt>
    <dgm:pt modelId="{B4C91778-4221-45F9-91C2-876FE7254657}" type="sibTrans" cxnId="{6E077DDD-3A6F-494E-A0D6-3C8EBD78267C}">
      <dgm:prSet/>
      <dgm:spPr/>
      <dgm:t>
        <a:bodyPr/>
        <a:lstStyle/>
        <a:p>
          <a:endParaRPr lang="es-CO"/>
        </a:p>
      </dgm:t>
    </dgm:pt>
    <dgm:pt modelId="{B6A834D2-1329-4A06-A1C6-EA2290CCF0E6}">
      <dgm:prSet/>
      <dgm:spPr/>
      <dgm:t>
        <a:bodyPr/>
        <a:lstStyle/>
        <a:p>
          <a:pPr rtl="0"/>
          <a:r>
            <a:rPr lang="es-CO"/>
            <a:t>Reporte de pruebas beta</a:t>
          </a:r>
        </a:p>
      </dgm:t>
    </dgm:pt>
    <dgm:pt modelId="{916E9FF5-CF35-4BD3-8294-855289EF4575}" type="parTrans" cxnId="{C7FC8300-76D3-4158-9BA4-6DA578F63A27}">
      <dgm:prSet/>
      <dgm:spPr/>
      <dgm:t>
        <a:bodyPr/>
        <a:lstStyle/>
        <a:p>
          <a:endParaRPr lang="es-CO"/>
        </a:p>
      </dgm:t>
    </dgm:pt>
    <dgm:pt modelId="{81EAA482-8F9E-4D43-B663-05A2E2C9A1C9}" type="sibTrans" cxnId="{C7FC8300-76D3-4158-9BA4-6DA578F63A27}">
      <dgm:prSet/>
      <dgm:spPr/>
      <dgm:t>
        <a:bodyPr/>
        <a:lstStyle/>
        <a:p>
          <a:endParaRPr lang="es-CO"/>
        </a:p>
      </dgm:t>
    </dgm:pt>
    <dgm:pt modelId="{ED23EA05-C598-40B7-85B9-0211C3570C16}">
      <dgm:prSet/>
      <dgm:spPr/>
      <dgm:t>
        <a:bodyPr/>
        <a:lstStyle/>
        <a:p>
          <a:pPr rtl="0"/>
          <a:r>
            <a:rPr lang="es-CO"/>
            <a:t>Retroalimentación usuario</a:t>
          </a:r>
        </a:p>
      </dgm:t>
    </dgm:pt>
    <dgm:pt modelId="{1610513A-F9F7-4B1E-B3D8-E136B1B73EA4}" type="parTrans" cxnId="{DE031741-F951-45B5-A552-CA987AE6040E}">
      <dgm:prSet/>
      <dgm:spPr/>
      <dgm:t>
        <a:bodyPr/>
        <a:lstStyle/>
        <a:p>
          <a:endParaRPr lang="es-CO"/>
        </a:p>
      </dgm:t>
    </dgm:pt>
    <dgm:pt modelId="{449EAA25-F49C-4B13-AEC4-86469D86688F}" type="sibTrans" cxnId="{DE031741-F951-45B5-A552-CA987AE6040E}">
      <dgm:prSet/>
      <dgm:spPr/>
      <dgm:t>
        <a:bodyPr/>
        <a:lstStyle/>
        <a:p>
          <a:endParaRPr lang="es-CO"/>
        </a:p>
      </dgm:t>
    </dgm:pt>
    <dgm:pt modelId="{7AB45707-4D72-4399-B37E-690DC5ABDD4A}" type="pres">
      <dgm:prSet presAssocID="{ED38F84B-E377-41E4-8FB4-AB47E8C6364B}" presName="linear" presStyleCnt="0">
        <dgm:presLayoutVars>
          <dgm:animLvl val="lvl"/>
          <dgm:resizeHandles val="exact"/>
        </dgm:presLayoutVars>
      </dgm:prSet>
      <dgm:spPr/>
    </dgm:pt>
    <dgm:pt modelId="{DBDF7EDC-A7EF-4C37-B7CE-2AB20542D22E}" type="pres">
      <dgm:prSet presAssocID="{E276C1A7-E044-4903-8524-C3846C87038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BBB2F20-75FC-4345-99D9-24C0F0714685}" type="pres">
      <dgm:prSet presAssocID="{E276C1A7-E044-4903-8524-C3846C87038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7FC8300-76D3-4158-9BA4-6DA578F63A27}" srcId="{E276C1A7-E044-4903-8524-C3846C870387}" destId="{B6A834D2-1329-4A06-A1C6-EA2290CCF0E6}" srcOrd="0" destOrd="0" parTransId="{916E9FF5-CF35-4BD3-8294-855289EF4575}" sibTransId="{81EAA482-8F9E-4D43-B663-05A2E2C9A1C9}"/>
    <dgm:cxn modelId="{DE031741-F951-45B5-A552-CA987AE6040E}" srcId="{E276C1A7-E044-4903-8524-C3846C870387}" destId="{ED23EA05-C598-40B7-85B9-0211C3570C16}" srcOrd="1" destOrd="0" parTransId="{1610513A-F9F7-4B1E-B3D8-E136B1B73EA4}" sibTransId="{449EAA25-F49C-4B13-AEC4-86469D86688F}"/>
    <dgm:cxn modelId="{8F8A5A67-C666-49D3-A7DB-CE821ECA28B6}" type="presOf" srcId="{B6A834D2-1329-4A06-A1C6-EA2290CCF0E6}" destId="{0BBB2F20-75FC-4345-99D9-24C0F0714685}" srcOrd="0" destOrd="0" presId="urn:microsoft.com/office/officeart/2005/8/layout/vList2"/>
    <dgm:cxn modelId="{E532F1A8-A448-4A45-AA45-0387763A8951}" type="presOf" srcId="{ED23EA05-C598-40B7-85B9-0211C3570C16}" destId="{0BBB2F20-75FC-4345-99D9-24C0F0714685}" srcOrd="0" destOrd="1" presId="urn:microsoft.com/office/officeart/2005/8/layout/vList2"/>
    <dgm:cxn modelId="{E3C943C4-732F-48C7-AC27-7AE7B85C0786}" type="presOf" srcId="{E276C1A7-E044-4903-8524-C3846C870387}" destId="{DBDF7EDC-A7EF-4C37-B7CE-2AB20542D22E}" srcOrd="0" destOrd="0" presId="urn:microsoft.com/office/officeart/2005/8/layout/vList2"/>
    <dgm:cxn modelId="{6E077DDD-3A6F-494E-A0D6-3C8EBD78267C}" srcId="{ED38F84B-E377-41E4-8FB4-AB47E8C6364B}" destId="{E276C1A7-E044-4903-8524-C3846C870387}" srcOrd="0" destOrd="0" parTransId="{B3C00F40-9919-4F01-88CC-5C9B595358EF}" sibTransId="{B4C91778-4221-45F9-91C2-876FE7254657}"/>
    <dgm:cxn modelId="{2886F0F0-1F02-4FBD-8265-1727AC87C593}" type="presOf" srcId="{ED38F84B-E377-41E4-8FB4-AB47E8C6364B}" destId="{7AB45707-4D72-4399-B37E-690DC5ABDD4A}" srcOrd="0" destOrd="0" presId="urn:microsoft.com/office/officeart/2005/8/layout/vList2"/>
    <dgm:cxn modelId="{B092AB78-4E53-4D27-98E3-91F8BC9CC8F9}" type="presParOf" srcId="{7AB45707-4D72-4399-B37E-690DC5ABDD4A}" destId="{DBDF7EDC-A7EF-4C37-B7CE-2AB20542D22E}" srcOrd="0" destOrd="0" presId="urn:microsoft.com/office/officeart/2005/8/layout/vList2"/>
    <dgm:cxn modelId="{CDA1DDD4-8E8D-420F-B2BD-0C2810E28D59}" type="presParOf" srcId="{7AB45707-4D72-4399-B37E-690DC5ABDD4A}" destId="{0BBB2F20-75FC-4345-99D9-24C0F071468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E46AE87-6133-4DEC-869F-CBEBAAD3C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9DA82B5C-7F8D-46DD-963D-58EB9B527FCD}">
      <dgm:prSet/>
      <dgm:spPr/>
      <dgm:t>
        <a:bodyPr/>
        <a:lstStyle/>
        <a:p>
          <a:pPr rtl="0"/>
          <a:r>
            <a:rPr lang="es-CO" dirty="0"/>
            <a:t>Problema : Las empresas no están seguras de los títulos profesional o técnicos que tiene una persona.</a:t>
          </a:r>
        </a:p>
      </dgm:t>
    </dgm:pt>
    <dgm:pt modelId="{53545CC4-7C65-4975-AD0F-DA9F212AC0E9}" type="parTrans" cxnId="{E0A9EC4C-DE44-49DD-AACC-0A142F689810}">
      <dgm:prSet/>
      <dgm:spPr/>
      <dgm:t>
        <a:bodyPr/>
        <a:lstStyle/>
        <a:p>
          <a:endParaRPr lang="es-CO"/>
        </a:p>
      </dgm:t>
    </dgm:pt>
    <dgm:pt modelId="{485FB58F-7B8D-4655-AC77-78C72B614C77}" type="sibTrans" cxnId="{E0A9EC4C-DE44-49DD-AACC-0A142F689810}">
      <dgm:prSet/>
      <dgm:spPr/>
      <dgm:t>
        <a:bodyPr/>
        <a:lstStyle/>
        <a:p>
          <a:endParaRPr lang="es-CO"/>
        </a:p>
      </dgm:t>
    </dgm:pt>
    <dgm:pt modelId="{2748F464-A8E0-456E-AD3D-643CCA7F4641}">
      <dgm:prSet/>
      <dgm:spPr/>
      <dgm:t>
        <a:bodyPr/>
        <a:lstStyle/>
        <a:p>
          <a:pPr rtl="0"/>
          <a:r>
            <a:rPr lang="es-CO" dirty="0"/>
            <a:t>Solución: Construir un Software que permita la verificación de los títulos académicos de una persona.</a:t>
          </a:r>
        </a:p>
      </dgm:t>
    </dgm:pt>
    <dgm:pt modelId="{C15163E7-013F-4F1D-9689-36EAF8D90514}" type="parTrans" cxnId="{802E3A53-4FA6-4B2A-9A7A-C8EC2F6524F5}">
      <dgm:prSet/>
      <dgm:spPr/>
      <dgm:t>
        <a:bodyPr/>
        <a:lstStyle/>
        <a:p>
          <a:endParaRPr lang="es-CO"/>
        </a:p>
      </dgm:t>
    </dgm:pt>
    <dgm:pt modelId="{1DA8E2F0-A681-4483-AD7B-1E942F50F5BA}" type="sibTrans" cxnId="{802E3A53-4FA6-4B2A-9A7A-C8EC2F6524F5}">
      <dgm:prSet/>
      <dgm:spPr/>
      <dgm:t>
        <a:bodyPr/>
        <a:lstStyle/>
        <a:p>
          <a:endParaRPr lang="es-CO"/>
        </a:p>
      </dgm:t>
    </dgm:pt>
    <dgm:pt modelId="{EB4C9E23-79AD-4B6E-9770-94B87686F782}" type="pres">
      <dgm:prSet presAssocID="{7E46AE87-6133-4DEC-869F-CBEBAAD3CC8A}" presName="linear" presStyleCnt="0">
        <dgm:presLayoutVars>
          <dgm:animLvl val="lvl"/>
          <dgm:resizeHandles val="exact"/>
        </dgm:presLayoutVars>
      </dgm:prSet>
      <dgm:spPr/>
    </dgm:pt>
    <dgm:pt modelId="{7A49BDA5-F279-4A52-8FE5-AF3DFB581848}" type="pres">
      <dgm:prSet presAssocID="{9DA82B5C-7F8D-46DD-963D-58EB9B527FC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68E4B50-2CCF-4467-ADD8-F8DE3A6BE746}" type="pres">
      <dgm:prSet presAssocID="{9DA82B5C-7F8D-46DD-963D-58EB9B527F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499CB04-AF48-4C42-8112-60A02C21059E}" type="presOf" srcId="{7E46AE87-6133-4DEC-869F-CBEBAAD3CC8A}" destId="{EB4C9E23-79AD-4B6E-9770-94B87686F782}" srcOrd="0" destOrd="0" presId="urn:microsoft.com/office/officeart/2005/8/layout/vList2"/>
    <dgm:cxn modelId="{E0A9EC4C-DE44-49DD-AACC-0A142F689810}" srcId="{7E46AE87-6133-4DEC-869F-CBEBAAD3CC8A}" destId="{9DA82B5C-7F8D-46DD-963D-58EB9B527FCD}" srcOrd="0" destOrd="0" parTransId="{53545CC4-7C65-4975-AD0F-DA9F212AC0E9}" sibTransId="{485FB58F-7B8D-4655-AC77-78C72B614C77}"/>
    <dgm:cxn modelId="{802E3A53-4FA6-4B2A-9A7A-C8EC2F6524F5}" srcId="{9DA82B5C-7F8D-46DD-963D-58EB9B527FCD}" destId="{2748F464-A8E0-456E-AD3D-643CCA7F4641}" srcOrd="0" destOrd="0" parTransId="{C15163E7-013F-4F1D-9689-36EAF8D90514}" sibTransId="{1DA8E2F0-A681-4483-AD7B-1E942F50F5BA}"/>
    <dgm:cxn modelId="{D5951B87-373E-4AEA-ACBA-D1D4DBE601CC}" type="presOf" srcId="{9DA82B5C-7F8D-46DD-963D-58EB9B527FCD}" destId="{7A49BDA5-F279-4A52-8FE5-AF3DFB581848}" srcOrd="0" destOrd="0" presId="urn:microsoft.com/office/officeart/2005/8/layout/vList2"/>
    <dgm:cxn modelId="{1651F7FE-143D-4847-89D0-854C52E9C1B2}" type="presOf" srcId="{2748F464-A8E0-456E-AD3D-643CCA7F4641}" destId="{268E4B50-2CCF-4467-ADD8-F8DE3A6BE746}" srcOrd="0" destOrd="0" presId="urn:microsoft.com/office/officeart/2005/8/layout/vList2"/>
    <dgm:cxn modelId="{71B38FDA-021B-4E42-9335-A81BACFCB5CD}" type="presParOf" srcId="{EB4C9E23-79AD-4B6E-9770-94B87686F782}" destId="{7A49BDA5-F279-4A52-8FE5-AF3DFB581848}" srcOrd="0" destOrd="0" presId="urn:microsoft.com/office/officeart/2005/8/layout/vList2"/>
    <dgm:cxn modelId="{4D86F251-9A58-4FE0-8B9B-A0CB1188E1EE}" type="presParOf" srcId="{EB4C9E23-79AD-4B6E-9770-94B87686F782}" destId="{268E4B50-2CCF-4467-ADD8-F8DE3A6BE74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F7EB301-C596-4EDF-A8B7-84892330C8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9D9CD65C-1241-448E-BAC7-6C02BB3CA2BF}">
      <dgm:prSet/>
      <dgm:spPr/>
      <dgm:t>
        <a:bodyPr/>
        <a:lstStyle/>
        <a:p>
          <a:pPr rtl="0"/>
          <a:r>
            <a:rPr lang="es-CO"/>
            <a:t>Inicio</a:t>
          </a:r>
        </a:p>
      </dgm:t>
    </dgm:pt>
    <dgm:pt modelId="{F3253C86-3D08-4A63-B348-D2D193595585}" type="parTrans" cxnId="{C5DBC0F0-F8A2-4EB3-9635-737C0EB00354}">
      <dgm:prSet/>
      <dgm:spPr/>
      <dgm:t>
        <a:bodyPr/>
        <a:lstStyle/>
        <a:p>
          <a:endParaRPr lang="es-CO"/>
        </a:p>
      </dgm:t>
    </dgm:pt>
    <dgm:pt modelId="{990012A8-552D-4338-8E1B-A15B4DC59095}" type="sibTrans" cxnId="{C5DBC0F0-F8A2-4EB3-9635-737C0EB00354}">
      <dgm:prSet/>
      <dgm:spPr/>
      <dgm:t>
        <a:bodyPr/>
        <a:lstStyle/>
        <a:p>
          <a:endParaRPr lang="es-CO"/>
        </a:p>
      </dgm:t>
    </dgm:pt>
    <dgm:pt modelId="{9A055425-B39D-4AEB-B4F3-567BB61F6D0E}">
      <dgm:prSet/>
      <dgm:spPr/>
      <dgm:t>
        <a:bodyPr/>
        <a:lstStyle/>
        <a:p>
          <a:pPr rtl="0"/>
          <a:r>
            <a:rPr lang="es-CO"/>
            <a:t>Comunicación </a:t>
          </a:r>
          <a:endParaRPr lang="es-CO" dirty="0"/>
        </a:p>
      </dgm:t>
    </dgm:pt>
    <dgm:pt modelId="{F43CDAD2-ED98-4D28-8CA7-70139F2CB392}" type="parTrans" cxnId="{3D474D86-E91A-44C2-9CB5-29B63A03B03E}">
      <dgm:prSet/>
      <dgm:spPr/>
      <dgm:t>
        <a:bodyPr/>
        <a:lstStyle/>
        <a:p>
          <a:endParaRPr lang="es-CO"/>
        </a:p>
      </dgm:t>
    </dgm:pt>
    <dgm:pt modelId="{9955B115-B095-484E-A7BB-C4946045A599}" type="sibTrans" cxnId="{3D474D86-E91A-44C2-9CB5-29B63A03B03E}">
      <dgm:prSet/>
      <dgm:spPr/>
      <dgm:t>
        <a:bodyPr/>
        <a:lstStyle/>
        <a:p>
          <a:endParaRPr lang="es-CO"/>
        </a:p>
      </dgm:t>
    </dgm:pt>
    <dgm:pt modelId="{B62CC661-962B-47AC-B9A3-284030F5B1C6}">
      <dgm:prSet/>
      <dgm:spPr/>
      <dgm:t>
        <a:bodyPr/>
        <a:lstStyle/>
        <a:p>
          <a:pPr rtl="0"/>
          <a:r>
            <a:rPr lang="es-CO" dirty="0"/>
            <a:t>Elaboración</a:t>
          </a:r>
        </a:p>
      </dgm:t>
    </dgm:pt>
    <dgm:pt modelId="{E016C1C2-C881-4E59-A9AB-F18791D01862}" type="parTrans" cxnId="{57E59780-BD24-41A2-AF6C-669E00CC13C5}">
      <dgm:prSet/>
      <dgm:spPr/>
      <dgm:t>
        <a:bodyPr/>
        <a:lstStyle/>
        <a:p>
          <a:endParaRPr lang="es-CO"/>
        </a:p>
      </dgm:t>
    </dgm:pt>
    <dgm:pt modelId="{9FE4CAC4-84CD-4CB8-B2CF-26B2497E30A5}" type="sibTrans" cxnId="{57E59780-BD24-41A2-AF6C-669E00CC13C5}">
      <dgm:prSet/>
      <dgm:spPr/>
      <dgm:t>
        <a:bodyPr/>
        <a:lstStyle/>
        <a:p>
          <a:endParaRPr lang="es-CO"/>
        </a:p>
      </dgm:t>
    </dgm:pt>
    <dgm:pt modelId="{8BDAE8AE-3619-4536-A3BD-334BEBBB355A}">
      <dgm:prSet/>
      <dgm:spPr/>
      <dgm:t>
        <a:bodyPr/>
        <a:lstStyle/>
        <a:p>
          <a:pPr rtl="0"/>
          <a:r>
            <a:rPr lang="es-CO" dirty="0"/>
            <a:t>Requerimientos básicos</a:t>
          </a:r>
        </a:p>
      </dgm:t>
    </dgm:pt>
    <dgm:pt modelId="{E103EEB2-CC36-4075-846C-946ABD3BCC2C}" type="parTrans" cxnId="{BACAE1C6-341B-4A0B-A495-AAC8A0D8E41D}">
      <dgm:prSet/>
      <dgm:spPr/>
      <dgm:t>
        <a:bodyPr/>
        <a:lstStyle/>
        <a:p>
          <a:endParaRPr lang="es-CO"/>
        </a:p>
      </dgm:t>
    </dgm:pt>
    <dgm:pt modelId="{86F3153F-1D94-47ED-BEE2-585C07BCE546}" type="sibTrans" cxnId="{BACAE1C6-341B-4A0B-A495-AAC8A0D8E41D}">
      <dgm:prSet/>
      <dgm:spPr/>
      <dgm:t>
        <a:bodyPr/>
        <a:lstStyle/>
        <a:p>
          <a:endParaRPr lang="es-CO"/>
        </a:p>
      </dgm:t>
    </dgm:pt>
    <dgm:pt modelId="{3D6228CA-9F7A-4EA6-AB40-8DFF564BE3BC}">
      <dgm:prSet/>
      <dgm:spPr/>
      <dgm:t>
        <a:bodyPr/>
        <a:lstStyle/>
        <a:p>
          <a:pPr rtl="0"/>
          <a:r>
            <a:rPr lang="es-CO" dirty="0"/>
            <a:t>Casos de uso básico</a:t>
          </a:r>
        </a:p>
      </dgm:t>
    </dgm:pt>
    <dgm:pt modelId="{071713FD-322D-4AB6-ACEC-3EE1AB9DF151}" type="parTrans" cxnId="{721EBEAB-D97C-439F-A43B-A32931553D6A}">
      <dgm:prSet/>
      <dgm:spPr/>
      <dgm:t>
        <a:bodyPr/>
        <a:lstStyle/>
        <a:p>
          <a:endParaRPr lang="es-CO"/>
        </a:p>
      </dgm:t>
    </dgm:pt>
    <dgm:pt modelId="{8D5F3F6C-6E21-4CE1-8ACB-B4F3360B474F}" type="sibTrans" cxnId="{721EBEAB-D97C-439F-A43B-A32931553D6A}">
      <dgm:prSet/>
      <dgm:spPr/>
      <dgm:t>
        <a:bodyPr/>
        <a:lstStyle/>
        <a:p>
          <a:endParaRPr lang="es-CO"/>
        </a:p>
      </dgm:t>
    </dgm:pt>
    <dgm:pt modelId="{9B80C285-F6DC-4124-8815-614A51656F2B}">
      <dgm:prSet/>
      <dgm:spPr/>
      <dgm:t>
        <a:bodyPr/>
        <a:lstStyle/>
        <a:p>
          <a:pPr rtl="0"/>
          <a:r>
            <a:rPr lang="es-CO" dirty="0"/>
            <a:t>Diagrama de clases</a:t>
          </a:r>
        </a:p>
      </dgm:t>
    </dgm:pt>
    <dgm:pt modelId="{2ACF5593-53E4-4D8B-8AFC-7F6F5652FE89}" type="parTrans" cxnId="{94F58B24-82CB-471D-AFA0-242D3578993D}">
      <dgm:prSet/>
      <dgm:spPr/>
      <dgm:t>
        <a:bodyPr/>
        <a:lstStyle/>
        <a:p>
          <a:endParaRPr lang="es-CO"/>
        </a:p>
      </dgm:t>
    </dgm:pt>
    <dgm:pt modelId="{496F6D68-EB07-4718-ACF0-C969B6DE874D}" type="sibTrans" cxnId="{94F58B24-82CB-471D-AFA0-242D3578993D}">
      <dgm:prSet/>
      <dgm:spPr/>
      <dgm:t>
        <a:bodyPr/>
        <a:lstStyle/>
        <a:p>
          <a:endParaRPr lang="es-CO"/>
        </a:p>
      </dgm:t>
    </dgm:pt>
    <dgm:pt modelId="{238FD0DA-1A01-47BA-93A3-FA1BBD073187}">
      <dgm:prSet/>
      <dgm:spPr/>
      <dgm:t>
        <a:bodyPr/>
        <a:lstStyle/>
        <a:p>
          <a:pPr rtl="0"/>
          <a:r>
            <a:rPr lang="es-CO" dirty="0"/>
            <a:t>Prototipo</a:t>
          </a:r>
        </a:p>
      </dgm:t>
    </dgm:pt>
    <dgm:pt modelId="{54E00601-1F58-48C6-90B7-06EABB4C59CF}" type="parTrans" cxnId="{2DC40239-E520-42A9-A214-3711219513DD}">
      <dgm:prSet/>
      <dgm:spPr/>
      <dgm:t>
        <a:bodyPr/>
        <a:lstStyle/>
        <a:p>
          <a:endParaRPr lang="es-CO"/>
        </a:p>
      </dgm:t>
    </dgm:pt>
    <dgm:pt modelId="{9204D28E-52D5-4984-8C82-C657ACEFE2C2}" type="sibTrans" cxnId="{2DC40239-E520-42A9-A214-3711219513DD}">
      <dgm:prSet/>
      <dgm:spPr/>
      <dgm:t>
        <a:bodyPr/>
        <a:lstStyle/>
        <a:p>
          <a:endParaRPr lang="es-CO"/>
        </a:p>
      </dgm:t>
    </dgm:pt>
    <dgm:pt modelId="{E06052B7-F15D-4D04-B7B0-80F1A8B412E0}">
      <dgm:prSet/>
      <dgm:spPr/>
      <dgm:t>
        <a:bodyPr/>
        <a:lstStyle/>
        <a:p>
          <a:pPr rtl="0"/>
          <a:r>
            <a:rPr lang="es-CO" dirty="0"/>
            <a:t>Construcción</a:t>
          </a:r>
        </a:p>
      </dgm:t>
    </dgm:pt>
    <dgm:pt modelId="{25B271F2-869B-408D-8ECD-6CF4D19F8D10}" type="parTrans" cxnId="{0AD1CE43-E5F6-47E7-897B-FCE759A69B45}">
      <dgm:prSet/>
      <dgm:spPr/>
      <dgm:t>
        <a:bodyPr/>
        <a:lstStyle/>
        <a:p>
          <a:endParaRPr lang="es-CO"/>
        </a:p>
      </dgm:t>
    </dgm:pt>
    <dgm:pt modelId="{EDDB1DA7-8BC4-4F9F-A1B2-005BE66C50B6}" type="sibTrans" cxnId="{0AD1CE43-E5F6-47E7-897B-FCE759A69B45}">
      <dgm:prSet/>
      <dgm:spPr/>
      <dgm:t>
        <a:bodyPr/>
        <a:lstStyle/>
        <a:p>
          <a:endParaRPr lang="es-CO"/>
        </a:p>
      </dgm:t>
    </dgm:pt>
    <dgm:pt modelId="{D9439A7F-9776-4D67-A921-39695333B4BA}">
      <dgm:prSet/>
      <dgm:spPr/>
      <dgm:t>
        <a:bodyPr/>
        <a:lstStyle/>
        <a:p>
          <a:pPr rtl="0"/>
          <a:r>
            <a:rPr lang="es-CO"/>
            <a:t>Codigo</a:t>
          </a:r>
        </a:p>
      </dgm:t>
    </dgm:pt>
    <dgm:pt modelId="{B3E2A04F-F92B-4642-833D-7AB314AB6A60}" type="parTrans" cxnId="{F6A7364A-1D5E-4CA6-BB47-DC639733D9F1}">
      <dgm:prSet/>
      <dgm:spPr/>
      <dgm:t>
        <a:bodyPr/>
        <a:lstStyle/>
        <a:p>
          <a:endParaRPr lang="es-CO"/>
        </a:p>
      </dgm:t>
    </dgm:pt>
    <dgm:pt modelId="{92D4357E-7CBA-4D6F-B35C-56A8EFD9561E}" type="sibTrans" cxnId="{F6A7364A-1D5E-4CA6-BB47-DC639733D9F1}">
      <dgm:prSet/>
      <dgm:spPr/>
      <dgm:t>
        <a:bodyPr/>
        <a:lstStyle/>
        <a:p>
          <a:endParaRPr lang="es-CO"/>
        </a:p>
      </dgm:t>
    </dgm:pt>
    <dgm:pt modelId="{F6737C0B-2934-4965-9797-ECE6E5CF706E}">
      <dgm:prSet/>
      <dgm:spPr/>
      <dgm:t>
        <a:bodyPr/>
        <a:lstStyle/>
        <a:p>
          <a:pPr rtl="0"/>
          <a:r>
            <a:rPr lang="es-CO"/>
            <a:t>Transicion</a:t>
          </a:r>
        </a:p>
      </dgm:t>
    </dgm:pt>
    <dgm:pt modelId="{857FC6F6-22ED-4840-B34D-64195F881D65}" type="parTrans" cxnId="{F1542EEB-6575-40E0-B7B9-A8CB3427222A}">
      <dgm:prSet/>
      <dgm:spPr/>
      <dgm:t>
        <a:bodyPr/>
        <a:lstStyle/>
        <a:p>
          <a:endParaRPr lang="es-CO"/>
        </a:p>
      </dgm:t>
    </dgm:pt>
    <dgm:pt modelId="{10F4ACBD-6F42-4033-88CD-962BF2CBC89E}" type="sibTrans" cxnId="{F1542EEB-6575-40E0-B7B9-A8CB3427222A}">
      <dgm:prSet/>
      <dgm:spPr/>
      <dgm:t>
        <a:bodyPr/>
        <a:lstStyle/>
        <a:p>
          <a:endParaRPr lang="es-CO"/>
        </a:p>
      </dgm:t>
    </dgm:pt>
    <dgm:pt modelId="{37F4CC48-2C4E-4C50-A476-76F519BF55F2}">
      <dgm:prSet/>
      <dgm:spPr/>
      <dgm:t>
        <a:bodyPr/>
        <a:lstStyle/>
        <a:p>
          <a:pPr rtl="0"/>
          <a:r>
            <a:rPr lang="es-CO"/>
            <a:t>Pruebas</a:t>
          </a:r>
        </a:p>
      </dgm:t>
    </dgm:pt>
    <dgm:pt modelId="{492DE635-6F3B-4075-879B-E3E24183DA05}" type="parTrans" cxnId="{0B656394-E4C9-4A02-99FD-9094502F9632}">
      <dgm:prSet/>
      <dgm:spPr/>
      <dgm:t>
        <a:bodyPr/>
        <a:lstStyle/>
        <a:p>
          <a:endParaRPr lang="es-CO"/>
        </a:p>
      </dgm:t>
    </dgm:pt>
    <dgm:pt modelId="{14E93B80-67AE-4E9D-8E6A-8FF04D360DD6}" type="sibTrans" cxnId="{0B656394-E4C9-4A02-99FD-9094502F9632}">
      <dgm:prSet/>
      <dgm:spPr/>
      <dgm:t>
        <a:bodyPr/>
        <a:lstStyle/>
        <a:p>
          <a:endParaRPr lang="es-CO"/>
        </a:p>
      </dgm:t>
    </dgm:pt>
    <dgm:pt modelId="{B0947158-520B-4BD1-9348-DAAE19C89F48}">
      <dgm:prSet/>
      <dgm:spPr/>
      <dgm:t>
        <a:bodyPr/>
        <a:lstStyle/>
        <a:p>
          <a:pPr rtl="0"/>
          <a:endParaRPr lang="es-CO"/>
        </a:p>
      </dgm:t>
    </dgm:pt>
    <dgm:pt modelId="{510C4F1F-F1A6-4532-8CE2-42FD6464AD44}" type="parTrans" cxnId="{C4687BF9-E49D-4D80-94B5-71AA3E85E782}">
      <dgm:prSet/>
      <dgm:spPr/>
      <dgm:t>
        <a:bodyPr/>
        <a:lstStyle/>
        <a:p>
          <a:endParaRPr lang="es-CO"/>
        </a:p>
      </dgm:t>
    </dgm:pt>
    <dgm:pt modelId="{41E524A1-DA18-4539-862A-E8322CED4941}" type="sibTrans" cxnId="{C4687BF9-E49D-4D80-94B5-71AA3E85E782}">
      <dgm:prSet/>
      <dgm:spPr/>
      <dgm:t>
        <a:bodyPr/>
        <a:lstStyle/>
        <a:p>
          <a:endParaRPr lang="es-CO"/>
        </a:p>
      </dgm:t>
    </dgm:pt>
    <dgm:pt modelId="{499B3456-BF6E-4BCB-ABDB-E7A972EC8CBF}">
      <dgm:prSet/>
      <dgm:spPr/>
      <dgm:t>
        <a:bodyPr/>
        <a:lstStyle/>
        <a:p>
          <a:pPr rtl="0"/>
          <a:endParaRPr lang="es-CO"/>
        </a:p>
      </dgm:t>
    </dgm:pt>
    <dgm:pt modelId="{FD283688-560B-454D-986D-D0F41B4ECFC1}" type="parTrans" cxnId="{80B325B1-8DEA-487B-9C91-74D632C79A2F}">
      <dgm:prSet/>
      <dgm:spPr/>
      <dgm:t>
        <a:bodyPr/>
        <a:lstStyle/>
        <a:p>
          <a:endParaRPr lang="es-CO"/>
        </a:p>
      </dgm:t>
    </dgm:pt>
    <dgm:pt modelId="{9563C554-F467-4961-9E67-20B2EFEC33B8}" type="sibTrans" cxnId="{80B325B1-8DEA-487B-9C91-74D632C79A2F}">
      <dgm:prSet/>
      <dgm:spPr/>
      <dgm:t>
        <a:bodyPr/>
        <a:lstStyle/>
        <a:p>
          <a:endParaRPr lang="es-CO"/>
        </a:p>
      </dgm:t>
    </dgm:pt>
    <dgm:pt modelId="{11A0FE7D-5017-4E63-A95C-EB93076A96DD}">
      <dgm:prSet/>
      <dgm:spPr/>
      <dgm:t>
        <a:bodyPr/>
        <a:lstStyle/>
        <a:p>
          <a:pPr rtl="0"/>
          <a:r>
            <a:rPr lang="es-CO" dirty="0"/>
            <a:t>Plan</a:t>
          </a:r>
        </a:p>
      </dgm:t>
    </dgm:pt>
    <dgm:pt modelId="{F58C049F-AF6A-4058-91CD-8FA2EDB030C2}" type="sibTrans" cxnId="{294A7FDE-607A-4C8E-B01E-097F6B8C895F}">
      <dgm:prSet/>
      <dgm:spPr/>
      <dgm:t>
        <a:bodyPr/>
        <a:lstStyle/>
        <a:p>
          <a:endParaRPr lang="es-CO"/>
        </a:p>
      </dgm:t>
    </dgm:pt>
    <dgm:pt modelId="{19189957-2981-462C-A171-4C0ACE680BF4}" type="parTrans" cxnId="{294A7FDE-607A-4C8E-B01E-097F6B8C895F}">
      <dgm:prSet/>
      <dgm:spPr/>
      <dgm:t>
        <a:bodyPr/>
        <a:lstStyle/>
        <a:p>
          <a:endParaRPr lang="es-CO"/>
        </a:p>
      </dgm:t>
    </dgm:pt>
    <dgm:pt modelId="{3D1CEAD8-40A3-4255-B08B-A98D26022977}">
      <dgm:prSet/>
      <dgm:spPr/>
      <dgm:t>
        <a:bodyPr/>
        <a:lstStyle/>
        <a:p>
          <a:pPr rtl="0"/>
          <a:r>
            <a:rPr lang="es-CO" dirty="0"/>
            <a:t>Modelo de dominio</a:t>
          </a:r>
        </a:p>
      </dgm:t>
    </dgm:pt>
    <dgm:pt modelId="{C5C95B64-BE64-46AD-A96D-54C61F18340A}" type="sibTrans" cxnId="{8C0F2DA4-F4A3-4CDF-AFFC-2BB19C25E6DB}">
      <dgm:prSet/>
      <dgm:spPr/>
      <dgm:t>
        <a:bodyPr/>
        <a:lstStyle/>
        <a:p>
          <a:endParaRPr lang="es-CO"/>
        </a:p>
      </dgm:t>
    </dgm:pt>
    <dgm:pt modelId="{9453532C-39A7-485E-B3F6-00C59C3C80F7}" type="parTrans" cxnId="{8C0F2DA4-F4A3-4CDF-AFFC-2BB19C25E6DB}">
      <dgm:prSet/>
      <dgm:spPr/>
      <dgm:t>
        <a:bodyPr/>
        <a:lstStyle/>
        <a:p>
          <a:endParaRPr lang="es-CO"/>
        </a:p>
      </dgm:t>
    </dgm:pt>
    <dgm:pt modelId="{38FC5994-3481-4647-9728-972962CBCF3A}" type="pres">
      <dgm:prSet presAssocID="{2F7EB301-C596-4EDF-A8B7-84892330C83E}" presName="linear" presStyleCnt="0">
        <dgm:presLayoutVars>
          <dgm:animLvl val="lvl"/>
          <dgm:resizeHandles val="exact"/>
        </dgm:presLayoutVars>
      </dgm:prSet>
      <dgm:spPr/>
    </dgm:pt>
    <dgm:pt modelId="{5B7CD7FB-0477-47DA-A85C-239AF42FE947}" type="pres">
      <dgm:prSet presAssocID="{9D9CD65C-1241-448E-BAC7-6C02BB3CA2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34ADF1-F6FD-46A8-BEBC-E3413030EC8A}" type="pres">
      <dgm:prSet presAssocID="{9D9CD65C-1241-448E-BAC7-6C02BB3CA2BF}" presName="childText" presStyleLbl="revTx" presStyleIdx="0" presStyleCnt="4">
        <dgm:presLayoutVars>
          <dgm:bulletEnabled val="1"/>
        </dgm:presLayoutVars>
      </dgm:prSet>
      <dgm:spPr/>
    </dgm:pt>
    <dgm:pt modelId="{8A30EA27-D67B-4107-B472-3FC029D60438}" type="pres">
      <dgm:prSet presAssocID="{B62CC661-962B-47AC-B9A3-284030F5B1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C7179E-DD12-4224-8731-B9676B112DAB}" type="pres">
      <dgm:prSet presAssocID="{B62CC661-962B-47AC-B9A3-284030F5B1C6}" presName="childText" presStyleLbl="revTx" presStyleIdx="1" presStyleCnt="4">
        <dgm:presLayoutVars>
          <dgm:bulletEnabled val="1"/>
        </dgm:presLayoutVars>
      </dgm:prSet>
      <dgm:spPr/>
    </dgm:pt>
    <dgm:pt modelId="{11F29EF7-4FC4-42D1-9190-97EB5E949BF6}" type="pres">
      <dgm:prSet presAssocID="{E06052B7-F15D-4D04-B7B0-80F1A8B412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5B7AF1A-AD1F-42D1-A45F-A3A7F347ACD7}" type="pres">
      <dgm:prSet presAssocID="{E06052B7-F15D-4D04-B7B0-80F1A8B412E0}" presName="childText" presStyleLbl="revTx" presStyleIdx="2" presStyleCnt="4">
        <dgm:presLayoutVars>
          <dgm:bulletEnabled val="1"/>
        </dgm:presLayoutVars>
      </dgm:prSet>
      <dgm:spPr/>
    </dgm:pt>
    <dgm:pt modelId="{6F04C1F0-D3D5-4211-BEE2-99F01A7A8FAB}" type="pres">
      <dgm:prSet presAssocID="{F6737C0B-2934-4965-9797-ECE6E5CF706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6B95201-E430-4DFA-8886-663FD0AAF33C}" type="pres">
      <dgm:prSet presAssocID="{F6737C0B-2934-4965-9797-ECE6E5CF706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E1ACB12-4FDC-4D4C-B447-47634C0AB35E}" type="presOf" srcId="{9B80C285-F6DC-4124-8815-614A51656F2B}" destId="{88C7179E-DD12-4224-8731-B9676B112DAB}" srcOrd="0" destOrd="2" presId="urn:microsoft.com/office/officeart/2005/8/layout/vList2"/>
    <dgm:cxn modelId="{6819E213-6976-4B9E-B77B-C8A26BE166E4}" type="presOf" srcId="{238FD0DA-1A01-47BA-93A3-FA1BBD073187}" destId="{88C7179E-DD12-4224-8731-B9676B112DAB}" srcOrd="0" destOrd="3" presId="urn:microsoft.com/office/officeart/2005/8/layout/vList2"/>
    <dgm:cxn modelId="{C510071F-9EF9-47FD-B999-ADCEE1EE5D29}" type="presOf" srcId="{F6737C0B-2934-4965-9797-ECE6E5CF706E}" destId="{6F04C1F0-D3D5-4211-BEE2-99F01A7A8FAB}" srcOrd="0" destOrd="0" presId="urn:microsoft.com/office/officeart/2005/8/layout/vList2"/>
    <dgm:cxn modelId="{94F58B24-82CB-471D-AFA0-242D3578993D}" srcId="{B62CC661-962B-47AC-B9A3-284030F5B1C6}" destId="{9B80C285-F6DC-4124-8815-614A51656F2B}" srcOrd="2" destOrd="0" parTransId="{2ACF5593-53E4-4D8B-8AFC-7F6F5652FE89}" sibTransId="{496F6D68-EB07-4718-ACF0-C969B6DE874D}"/>
    <dgm:cxn modelId="{EEBFFE24-F103-4442-95E7-86722065C0F5}" type="presOf" srcId="{9D9CD65C-1241-448E-BAC7-6C02BB3CA2BF}" destId="{5B7CD7FB-0477-47DA-A85C-239AF42FE947}" srcOrd="0" destOrd="0" presId="urn:microsoft.com/office/officeart/2005/8/layout/vList2"/>
    <dgm:cxn modelId="{566D392C-0670-4C0C-90B8-33FE5CD689B2}" type="presOf" srcId="{9A055425-B39D-4AEB-B4F3-567BB61F6D0E}" destId="{6734ADF1-F6FD-46A8-BEBC-E3413030EC8A}" srcOrd="0" destOrd="0" presId="urn:microsoft.com/office/officeart/2005/8/layout/vList2"/>
    <dgm:cxn modelId="{9AA71333-8F7D-467A-8910-3D4F94BA7AEC}" type="presOf" srcId="{37F4CC48-2C4E-4C50-A476-76F519BF55F2}" destId="{16B95201-E430-4DFA-8886-663FD0AAF33C}" srcOrd="0" destOrd="0" presId="urn:microsoft.com/office/officeart/2005/8/layout/vList2"/>
    <dgm:cxn modelId="{2DC40239-E520-42A9-A214-3711219513DD}" srcId="{B62CC661-962B-47AC-B9A3-284030F5B1C6}" destId="{238FD0DA-1A01-47BA-93A3-FA1BBD073187}" srcOrd="3" destOrd="0" parTransId="{54E00601-1F58-48C6-90B7-06EABB4C59CF}" sibTransId="{9204D28E-52D5-4984-8C82-C657ACEFE2C2}"/>
    <dgm:cxn modelId="{5A311A3A-8CC9-4B51-9E3F-A7BF0131E212}" type="presOf" srcId="{11A0FE7D-5017-4E63-A95C-EB93076A96DD}" destId="{6734ADF1-F6FD-46A8-BEBC-E3413030EC8A}" srcOrd="0" destOrd="2" presId="urn:microsoft.com/office/officeart/2005/8/layout/vList2"/>
    <dgm:cxn modelId="{29988B5C-B9E7-46D3-A397-C5631BE53246}" type="presOf" srcId="{D9439A7F-9776-4D67-A921-39695333B4BA}" destId="{D5B7AF1A-AD1F-42D1-A45F-A3A7F347ACD7}" srcOrd="0" destOrd="0" presId="urn:microsoft.com/office/officeart/2005/8/layout/vList2"/>
    <dgm:cxn modelId="{D3BED95C-46CA-426D-A98B-8B5219FE99F6}" type="presOf" srcId="{499B3456-BF6E-4BCB-ABDB-E7A972EC8CBF}" destId="{16B95201-E430-4DFA-8886-663FD0AAF33C}" srcOrd="0" destOrd="2" presId="urn:microsoft.com/office/officeart/2005/8/layout/vList2"/>
    <dgm:cxn modelId="{FF5CDA61-2104-4B67-A4E1-20BF9DFE5E61}" type="presOf" srcId="{2F7EB301-C596-4EDF-A8B7-84892330C83E}" destId="{38FC5994-3481-4647-9728-972962CBCF3A}" srcOrd="0" destOrd="0" presId="urn:microsoft.com/office/officeart/2005/8/layout/vList2"/>
    <dgm:cxn modelId="{BBDD1862-9267-46BD-841C-D5B7C73EFFA3}" type="presOf" srcId="{B62CC661-962B-47AC-B9A3-284030F5B1C6}" destId="{8A30EA27-D67B-4107-B472-3FC029D60438}" srcOrd="0" destOrd="0" presId="urn:microsoft.com/office/officeart/2005/8/layout/vList2"/>
    <dgm:cxn modelId="{0AD1CE43-E5F6-47E7-897B-FCE759A69B45}" srcId="{2F7EB301-C596-4EDF-A8B7-84892330C83E}" destId="{E06052B7-F15D-4D04-B7B0-80F1A8B412E0}" srcOrd="2" destOrd="0" parTransId="{25B271F2-869B-408D-8ECD-6CF4D19F8D10}" sibTransId="{EDDB1DA7-8BC4-4F9F-A1B2-005BE66C50B6}"/>
    <dgm:cxn modelId="{F6A7364A-1D5E-4CA6-BB47-DC639733D9F1}" srcId="{E06052B7-F15D-4D04-B7B0-80F1A8B412E0}" destId="{D9439A7F-9776-4D67-A921-39695333B4BA}" srcOrd="0" destOrd="0" parTransId="{B3E2A04F-F92B-4642-833D-7AB314AB6A60}" sibTransId="{92D4357E-7CBA-4D6F-B35C-56A8EFD9561E}"/>
    <dgm:cxn modelId="{57E59780-BD24-41A2-AF6C-669E00CC13C5}" srcId="{2F7EB301-C596-4EDF-A8B7-84892330C83E}" destId="{B62CC661-962B-47AC-B9A3-284030F5B1C6}" srcOrd="1" destOrd="0" parTransId="{E016C1C2-C881-4E59-A9AB-F18791D01862}" sibTransId="{9FE4CAC4-84CD-4CB8-B2CF-26B2497E30A5}"/>
    <dgm:cxn modelId="{3D474D86-E91A-44C2-9CB5-29B63A03B03E}" srcId="{9D9CD65C-1241-448E-BAC7-6C02BB3CA2BF}" destId="{9A055425-B39D-4AEB-B4F3-567BB61F6D0E}" srcOrd="0" destOrd="0" parTransId="{F43CDAD2-ED98-4D28-8CA7-70139F2CB392}" sibTransId="{9955B115-B095-484E-A7BB-C4946045A599}"/>
    <dgm:cxn modelId="{C4810287-45C8-4980-B499-E69B4A75548F}" type="presOf" srcId="{3D6228CA-9F7A-4EA6-AB40-8DFF564BE3BC}" destId="{88C7179E-DD12-4224-8731-B9676B112DAB}" srcOrd="0" destOrd="1" presId="urn:microsoft.com/office/officeart/2005/8/layout/vList2"/>
    <dgm:cxn modelId="{0B656394-E4C9-4A02-99FD-9094502F9632}" srcId="{F6737C0B-2934-4965-9797-ECE6E5CF706E}" destId="{37F4CC48-2C4E-4C50-A476-76F519BF55F2}" srcOrd="0" destOrd="0" parTransId="{492DE635-6F3B-4075-879B-E3E24183DA05}" sibTransId="{14E93B80-67AE-4E9D-8E6A-8FF04D360DD6}"/>
    <dgm:cxn modelId="{8C0F2DA4-F4A3-4CDF-AFFC-2BB19C25E6DB}" srcId="{9D9CD65C-1241-448E-BAC7-6C02BB3CA2BF}" destId="{3D1CEAD8-40A3-4255-B08B-A98D26022977}" srcOrd="1" destOrd="0" parTransId="{9453532C-39A7-485E-B3F6-00C59C3C80F7}" sibTransId="{C5C95B64-BE64-46AD-A96D-54C61F18340A}"/>
    <dgm:cxn modelId="{2B55C1A5-A7BF-4FDE-8CDA-0F1BA787F64D}" type="presOf" srcId="{B0947158-520B-4BD1-9348-DAAE19C89F48}" destId="{16B95201-E430-4DFA-8886-663FD0AAF33C}" srcOrd="0" destOrd="1" presId="urn:microsoft.com/office/officeart/2005/8/layout/vList2"/>
    <dgm:cxn modelId="{721EBEAB-D97C-439F-A43B-A32931553D6A}" srcId="{B62CC661-962B-47AC-B9A3-284030F5B1C6}" destId="{3D6228CA-9F7A-4EA6-AB40-8DFF564BE3BC}" srcOrd="1" destOrd="0" parTransId="{071713FD-322D-4AB6-ACEC-3EE1AB9DF151}" sibTransId="{8D5F3F6C-6E21-4CE1-8ACB-B4F3360B474F}"/>
    <dgm:cxn modelId="{80B325B1-8DEA-487B-9C91-74D632C79A2F}" srcId="{F6737C0B-2934-4965-9797-ECE6E5CF706E}" destId="{499B3456-BF6E-4BCB-ABDB-E7A972EC8CBF}" srcOrd="2" destOrd="0" parTransId="{FD283688-560B-454D-986D-D0F41B4ECFC1}" sibTransId="{9563C554-F467-4961-9E67-20B2EFEC33B8}"/>
    <dgm:cxn modelId="{6B4F1EB3-54C8-4426-871C-183B468A2BBB}" type="presOf" srcId="{E06052B7-F15D-4D04-B7B0-80F1A8B412E0}" destId="{11F29EF7-4FC4-42D1-9190-97EB5E949BF6}" srcOrd="0" destOrd="0" presId="urn:microsoft.com/office/officeart/2005/8/layout/vList2"/>
    <dgm:cxn modelId="{BACAE1C6-341B-4A0B-A495-AAC8A0D8E41D}" srcId="{B62CC661-962B-47AC-B9A3-284030F5B1C6}" destId="{8BDAE8AE-3619-4536-A3BD-334BEBBB355A}" srcOrd="0" destOrd="0" parTransId="{E103EEB2-CC36-4075-846C-946ABD3BCC2C}" sibTransId="{86F3153F-1D94-47ED-BEE2-585C07BCE546}"/>
    <dgm:cxn modelId="{CEC3DCCC-D2F1-4437-92F1-0288EAE875A9}" type="presOf" srcId="{8BDAE8AE-3619-4536-A3BD-334BEBBB355A}" destId="{88C7179E-DD12-4224-8731-B9676B112DAB}" srcOrd="0" destOrd="0" presId="urn:microsoft.com/office/officeart/2005/8/layout/vList2"/>
    <dgm:cxn modelId="{6A276CDE-2D79-4420-8A4F-D66E237CB88C}" type="presOf" srcId="{3D1CEAD8-40A3-4255-B08B-A98D26022977}" destId="{6734ADF1-F6FD-46A8-BEBC-E3413030EC8A}" srcOrd="0" destOrd="1" presId="urn:microsoft.com/office/officeart/2005/8/layout/vList2"/>
    <dgm:cxn modelId="{294A7FDE-607A-4C8E-B01E-097F6B8C895F}" srcId="{9D9CD65C-1241-448E-BAC7-6C02BB3CA2BF}" destId="{11A0FE7D-5017-4E63-A95C-EB93076A96DD}" srcOrd="2" destOrd="0" parTransId="{19189957-2981-462C-A171-4C0ACE680BF4}" sibTransId="{F58C049F-AF6A-4058-91CD-8FA2EDB030C2}"/>
    <dgm:cxn modelId="{F1542EEB-6575-40E0-B7B9-A8CB3427222A}" srcId="{2F7EB301-C596-4EDF-A8B7-84892330C83E}" destId="{F6737C0B-2934-4965-9797-ECE6E5CF706E}" srcOrd="3" destOrd="0" parTransId="{857FC6F6-22ED-4840-B34D-64195F881D65}" sibTransId="{10F4ACBD-6F42-4033-88CD-962BF2CBC89E}"/>
    <dgm:cxn modelId="{C5DBC0F0-F8A2-4EB3-9635-737C0EB00354}" srcId="{2F7EB301-C596-4EDF-A8B7-84892330C83E}" destId="{9D9CD65C-1241-448E-BAC7-6C02BB3CA2BF}" srcOrd="0" destOrd="0" parTransId="{F3253C86-3D08-4A63-B348-D2D193595585}" sibTransId="{990012A8-552D-4338-8E1B-A15B4DC59095}"/>
    <dgm:cxn modelId="{C4687BF9-E49D-4D80-94B5-71AA3E85E782}" srcId="{F6737C0B-2934-4965-9797-ECE6E5CF706E}" destId="{B0947158-520B-4BD1-9348-DAAE19C89F48}" srcOrd="1" destOrd="0" parTransId="{510C4F1F-F1A6-4532-8CE2-42FD6464AD44}" sibTransId="{41E524A1-DA18-4539-862A-E8322CED4941}"/>
    <dgm:cxn modelId="{903D94B1-AD12-4BD1-80D4-78B913AD2FD2}" type="presParOf" srcId="{38FC5994-3481-4647-9728-972962CBCF3A}" destId="{5B7CD7FB-0477-47DA-A85C-239AF42FE947}" srcOrd="0" destOrd="0" presId="urn:microsoft.com/office/officeart/2005/8/layout/vList2"/>
    <dgm:cxn modelId="{792BF899-7799-4B4F-B699-C8A536F7AC4C}" type="presParOf" srcId="{38FC5994-3481-4647-9728-972962CBCF3A}" destId="{6734ADF1-F6FD-46A8-BEBC-E3413030EC8A}" srcOrd="1" destOrd="0" presId="urn:microsoft.com/office/officeart/2005/8/layout/vList2"/>
    <dgm:cxn modelId="{0F28B387-DDE4-4361-81C5-44F6090706AC}" type="presParOf" srcId="{38FC5994-3481-4647-9728-972962CBCF3A}" destId="{8A30EA27-D67B-4107-B472-3FC029D60438}" srcOrd="2" destOrd="0" presId="urn:microsoft.com/office/officeart/2005/8/layout/vList2"/>
    <dgm:cxn modelId="{8BD1B9B7-C24E-40BD-A090-A1DFF41096F0}" type="presParOf" srcId="{38FC5994-3481-4647-9728-972962CBCF3A}" destId="{88C7179E-DD12-4224-8731-B9676B112DAB}" srcOrd="3" destOrd="0" presId="urn:microsoft.com/office/officeart/2005/8/layout/vList2"/>
    <dgm:cxn modelId="{DECF73F8-8A50-4F98-905F-21AA9524DDCD}" type="presParOf" srcId="{38FC5994-3481-4647-9728-972962CBCF3A}" destId="{11F29EF7-4FC4-42D1-9190-97EB5E949BF6}" srcOrd="4" destOrd="0" presId="urn:microsoft.com/office/officeart/2005/8/layout/vList2"/>
    <dgm:cxn modelId="{A7FE05B5-BEB7-42A6-AAAD-7A731A4271FD}" type="presParOf" srcId="{38FC5994-3481-4647-9728-972962CBCF3A}" destId="{D5B7AF1A-AD1F-42D1-A45F-A3A7F347ACD7}" srcOrd="5" destOrd="0" presId="urn:microsoft.com/office/officeart/2005/8/layout/vList2"/>
    <dgm:cxn modelId="{297FF971-E11E-4040-BAB4-EFA08F924EB7}" type="presParOf" srcId="{38FC5994-3481-4647-9728-972962CBCF3A}" destId="{6F04C1F0-D3D5-4211-BEE2-99F01A7A8FAB}" srcOrd="6" destOrd="0" presId="urn:microsoft.com/office/officeart/2005/8/layout/vList2"/>
    <dgm:cxn modelId="{9BE66064-CFAA-4EE3-89A9-124F7E5D66AF}" type="presParOf" srcId="{38FC5994-3481-4647-9728-972962CBCF3A}" destId="{16B95201-E430-4DFA-8886-663FD0AAF33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FB2EEEC-399B-4A9A-AFF5-979B0189F7A7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CO"/>
        </a:p>
      </dgm:t>
    </dgm:pt>
    <dgm:pt modelId="{CBB20160-0674-41CB-BC6F-9BC8096EC245}">
      <dgm:prSet/>
      <dgm:spPr/>
      <dgm:t>
        <a:bodyPr/>
        <a:lstStyle/>
        <a:p>
          <a:pPr rtl="0"/>
          <a:r>
            <a:rPr lang="es-CO" dirty="0"/>
            <a:t>Conformar los grupos</a:t>
          </a:r>
        </a:p>
      </dgm:t>
    </dgm:pt>
    <dgm:pt modelId="{AD7B06D1-9095-48DD-9387-372D52C74458}" type="parTrans" cxnId="{161332E0-CC24-4A03-905B-F61AEC8963DE}">
      <dgm:prSet/>
      <dgm:spPr/>
      <dgm:t>
        <a:bodyPr/>
        <a:lstStyle/>
        <a:p>
          <a:endParaRPr lang="es-CO"/>
        </a:p>
      </dgm:t>
    </dgm:pt>
    <dgm:pt modelId="{47692AD9-038E-41F4-97B2-D0E3434295FB}" type="sibTrans" cxnId="{161332E0-CC24-4A03-905B-F61AEC8963DE}">
      <dgm:prSet/>
      <dgm:spPr/>
      <dgm:t>
        <a:bodyPr/>
        <a:lstStyle/>
        <a:p>
          <a:endParaRPr lang="es-CO"/>
        </a:p>
      </dgm:t>
    </dgm:pt>
    <dgm:pt modelId="{323B6ABE-191C-43D5-AA54-8BA37D769725}">
      <dgm:prSet/>
      <dgm:spPr/>
      <dgm:t>
        <a:bodyPr/>
        <a:lstStyle/>
        <a:p>
          <a:pPr rtl="0"/>
          <a:r>
            <a:rPr lang="es-CO"/>
            <a:t>Pensar o buscar una problemática social o no en la ciudad que sea factible resolver con un software.</a:t>
          </a:r>
        </a:p>
      </dgm:t>
    </dgm:pt>
    <dgm:pt modelId="{21214390-7D9B-46AF-A966-40DBB80A4954}" type="parTrans" cxnId="{FF3AFD76-E3CB-4370-AD06-EB89E83671B3}">
      <dgm:prSet/>
      <dgm:spPr/>
      <dgm:t>
        <a:bodyPr/>
        <a:lstStyle/>
        <a:p>
          <a:endParaRPr lang="es-CO"/>
        </a:p>
      </dgm:t>
    </dgm:pt>
    <dgm:pt modelId="{0B5E522C-9FB9-49C6-A604-210AB29534BE}" type="sibTrans" cxnId="{FF3AFD76-E3CB-4370-AD06-EB89E83671B3}">
      <dgm:prSet/>
      <dgm:spPr/>
      <dgm:t>
        <a:bodyPr/>
        <a:lstStyle/>
        <a:p>
          <a:endParaRPr lang="es-CO"/>
        </a:p>
      </dgm:t>
    </dgm:pt>
    <dgm:pt modelId="{F7121AB2-6360-4C44-AED5-55FED2179720}">
      <dgm:prSet/>
      <dgm:spPr/>
      <dgm:t>
        <a:bodyPr/>
        <a:lstStyle/>
        <a:p>
          <a:pPr rtl="0"/>
          <a:r>
            <a:rPr lang="es-CO"/>
            <a:t>Cuales serian las entidades o personas vitales para la solución del proyecto</a:t>
          </a:r>
        </a:p>
      </dgm:t>
    </dgm:pt>
    <dgm:pt modelId="{9942770B-EFA1-49ED-9DE3-E89FEA4974A2}" type="parTrans" cxnId="{E01512DB-E879-4CF9-BDB8-F94852E1E113}">
      <dgm:prSet/>
      <dgm:spPr/>
      <dgm:t>
        <a:bodyPr/>
        <a:lstStyle/>
        <a:p>
          <a:endParaRPr lang="es-CO"/>
        </a:p>
      </dgm:t>
    </dgm:pt>
    <dgm:pt modelId="{52EA39F3-E1DA-46FA-9B8B-4DC00427ED0F}" type="sibTrans" cxnId="{E01512DB-E879-4CF9-BDB8-F94852E1E113}">
      <dgm:prSet/>
      <dgm:spPr/>
      <dgm:t>
        <a:bodyPr/>
        <a:lstStyle/>
        <a:p>
          <a:endParaRPr lang="es-CO"/>
        </a:p>
      </dgm:t>
    </dgm:pt>
    <dgm:pt modelId="{2D6F8EA1-5394-4F5C-A9F6-9E18CE968DCE}">
      <dgm:prSet/>
      <dgm:spPr/>
      <dgm:t>
        <a:bodyPr/>
        <a:lstStyle/>
        <a:p>
          <a:pPr rtl="0"/>
          <a:r>
            <a:rPr lang="es-CO"/>
            <a:t>Es factible financiera y tecnológicamente</a:t>
          </a:r>
        </a:p>
      </dgm:t>
    </dgm:pt>
    <dgm:pt modelId="{345185DC-A744-4A78-B14B-E5ADC118ACDA}" type="parTrans" cxnId="{B1DCA77F-8641-4F51-B0AF-CD5CFC401E08}">
      <dgm:prSet/>
      <dgm:spPr/>
      <dgm:t>
        <a:bodyPr/>
        <a:lstStyle/>
        <a:p>
          <a:endParaRPr lang="es-CO"/>
        </a:p>
      </dgm:t>
    </dgm:pt>
    <dgm:pt modelId="{D0E4986B-F39C-46CF-B67B-BCAE363570C5}" type="sibTrans" cxnId="{B1DCA77F-8641-4F51-B0AF-CD5CFC401E08}">
      <dgm:prSet/>
      <dgm:spPr/>
      <dgm:t>
        <a:bodyPr/>
        <a:lstStyle/>
        <a:p>
          <a:endParaRPr lang="es-CO"/>
        </a:p>
      </dgm:t>
    </dgm:pt>
    <dgm:pt modelId="{3B412A64-347E-40E4-AEC5-34717612628C}">
      <dgm:prSet/>
      <dgm:spPr/>
      <dgm:t>
        <a:bodyPr/>
        <a:lstStyle/>
        <a:p>
          <a:pPr rtl="0"/>
          <a:r>
            <a:rPr lang="es-CO" dirty="0"/>
            <a:t>Cual seria la solución.</a:t>
          </a:r>
        </a:p>
      </dgm:t>
    </dgm:pt>
    <dgm:pt modelId="{BCD1B478-B0F6-4FE6-9F5B-8CA656CF9CC1}" type="parTrans" cxnId="{0F472221-C9E1-469D-B426-6E49F7A6777F}">
      <dgm:prSet/>
      <dgm:spPr/>
      <dgm:t>
        <a:bodyPr/>
        <a:lstStyle/>
        <a:p>
          <a:endParaRPr lang="es-CO"/>
        </a:p>
      </dgm:t>
    </dgm:pt>
    <dgm:pt modelId="{B544603F-455E-4888-95D6-B1DACA80CE72}" type="sibTrans" cxnId="{0F472221-C9E1-469D-B426-6E49F7A6777F}">
      <dgm:prSet/>
      <dgm:spPr/>
      <dgm:t>
        <a:bodyPr/>
        <a:lstStyle/>
        <a:p>
          <a:endParaRPr lang="es-CO"/>
        </a:p>
      </dgm:t>
    </dgm:pt>
    <dgm:pt modelId="{DEF63E97-BBA9-4B22-B2AE-6AC1E37B3E9F}">
      <dgm:prSet/>
      <dgm:spPr/>
      <dgm:t>
        <a:bodyPr/>
        <a:lstStyle/>
        <a:p>
          <a:pPr rtl="0"/>
          <a:r>
            <a:rPr lang="es-CO" dirty="0"/>
            <a:t>De las tres posibilidades se escoge una</a:t>
          </a:r>
        </a:p>
      </dgm:t>
    </dgm:pt>
    <dgm:pt modelId="{D8B592E5-0437-4D69-A8DB-FA351A94E190}" type="parTrans" cxnId="{96C25317-3844-4AAC-AE93-53E27590F159}">
      <dgm:prSet/>
      <dgm:spPr/>
      <dgm:t>
        <a:bodyPr/>
        <a:lstStyle/>
        <a:p>
          <a:endParaRPr lang="es-CO"/>
        </a:p>
      </dgm:t>
    </dgm:pt>
    <dgm:pt modelId="{88C0DAA1-E68A-4302-923D-6B20166B7823}" type="sibTrans" cxnId="{96C25317-3844-4AAC-AE93-53E27590F159}">
      <dgm:prSet/>
      <dgm:spPr/>
      <dgm:t>
        <a:bodyPr/>
        <a:lstStyle/>
        <a:p>
          <a:endParaRPr lang="es-CO"/>
        </a:p>
      </dgm:t>
    </dgm:pt>
    <dgm:pt modelId="{64CE7AAC-4ECB-4DAE-84F0-50AB01A8172B}" type="pres">
      <dgm:prSet presAssocID="{6FB2EEEC-399B-4A9A-AFF5-979B0189F7A7}" presName="linear" presStyleCnt="0">
        <dgm:presLayoutVars>
          <dgm:animLvl val="lvl"/>
          <dgm:resizeHandles val="exact"/>
        </dgm:presLayoutVars>
      </dgm:prSet>
      <dgm:spPr/>
    </dgm:pt>
    <dgm:pt modelId="{5FE17BE1-7991-4754-A512-3D96E314ACEA}" type="pres">
      <dgm:prSet presAssocID="{CBB20160-0674-41CB-BC6F-9BC8096EC24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5CD6BB-FDCF-4B99-B0CC-8AD67F376355}" type="pres">
      <dgm:prSet presAssocID="{47692AD9-038E-41F4-97B2-D0E3434295FB}" presName="spacer" presStyleCnt="0"/>
      <dgm:spPr/>
    </dgm:pt>
    <dgm:pt modelId="{B3B93397-E5AC-4E77-B3FD-990DC3B193D6}" type="pres">
      <dgm:prSet presAssocID="{323B6ABE-191C-43D5-AA54-8BA37D76972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E8647FE-5712-4B6D-B1B1-A87B69721ABC}" type="pres">
      <dgm:prSet presAssocID="{0B5E522C-9FB9-49C6-A604-210AB29534BE}" presName="spacer" presStyleCnt="0"/>
      <dgm:spPr/>
    </dgm:pt>
    <dgm:pt modelId="{5B346EEE-268E-4B5B-833B-C039639AC0EA}" type="pres">
      <dgm:prSet presAssocID="{F7121AB2-6360-4C44-AED5-55FED217972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2E9DE6F-46F7-42BC-A8C4-E5326ADD87FD}" type="pres">
      <dgm:prSet presAssocID="{52EA39F3-E1DA-46FA-9B8B-4DC00427ED0F}" presName="spacer" presStyleCnt="0"/>
      <dgm:spPr/>
    </dgm:pt>
    <dgm:pt modelId="{B2CB1645-13EE-47F3-AE3D-B874DB9974BC}" type="pres">
      <dgm:prSet presAssocID="{2D6F8EA1-5394-4F5C-A9F6-9E18CE968D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B030848-15AB-4CCC-9729-CFE41F7466EF}" type="pres">
      <dgm:prSet presAssocID="{D0E4986B-F39C-46CF-B67B-BCAE363570C5}" presName="spacer" presStyleCnt="0"/>
      <dgm:spPr/>
    </dgm:pt>
    <dgm:pt modelId="{2400CB8B-E972-4FAF-AF0E-BA2BC4813A63}" type="pres">
      <dgm:prSet presAssocID="{3B412A64-347E-40E4-AEC5-34717612628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05D7167-D83A-40FC-ADCC-2A2E0F7128A4}" type="pres">
      <dgm:prSet presAssocID="{B544603F-455E-4888-95D6-B1DACA80CE72}" presName="spacer" presStyleCnt="0"/>
      <dgm:spPr/>
    </dgm:pt>
    <dgm:pt modelId="{FCB71FC0-67B9-4A5E-859E-FCB85F39B9D3}" type="pres">
      <dgm:prSet presAssocID="{DEF63E97-BBA9-4B22-B2AE-6AC1E37B3E9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76B6108-A773-4994-9D03-D62CE5032569}" type="presOf" srcId="{2D6F8EA1-5394-4F5C-A9F6-9E18CE968DCE}" destId="{B2CB1645-13EE-47F3-AE3D-B874DB9974BC}" srcOrd="0" destOrd="0" presId="urn:microsoft.com/office/officeart/2005/8/layout/vList2"/>
    <dgm:cxn modelId="{96C25317-3844-4AAC-AE93-53E27590F159}" srcId="{6FB2EEEC-399B-4A9A-AFF5-979B0189F7A7}" destId="{DEF63E97-BBA9-4B22-B2AE-6AC1E37B3E9F}" srcOrd="5" destOrd="0" parTransId="{D8B592E5-0437-4D69-A8DB-FA351A94E190}" sibTransId="{88C0DAA1-E68A-4302-923D-6B20166B7823}"/>
    <dgm:cxn modelId="{6CADE718-FD91-4250-A406-3FDF1EA0E8B8}" type="presOf" srcId="{323B6ABE-191C-43D5-AA54-8BA37D769725}" destId="{B3B93397-E5AC-4E77-B3FD-990DC3B193D6}" srcOrd="0" destOrd="0" presId="urn:microsoft.com/office/officeart/2005/8/layout/vList2"/>
    <dgm:cxn modelId="{69B02C1F-23F4-4000-88A1-F47FB35E6993}" type="presOf" srcId="{F7121AB2-6360-4C44-AED5-55FED2179720}" destId="{5B346EEE-268E-4B5B-833B-C039639AC0EA}" srcOrd="0" destOrd="0" presId="urn:microsoft.com/office/officeart/2005/8/layout/vList2"/>
    <dgm:cxn modelId="{0F472221-C9E1-469D-B426-6E49F7A6777F}" srcId="{6FB2EEEC-399B-4A9A-AFF5-979B0189F7A7}" destId="{3B412A64-347E-40E4-AEC5-34717612628C}" srcOrd="4" destOrd="0" parTransId="{BCD1B478-B0F6-4FE6-9F5B-8CA656CF9CC1}" sibTransId="{B544603F-455E-4888-95D6-B1DACA80CE72}"/>
    <dgm:cxn modelId="{FF3AFD76-E3CB-4370-AD06-EB89E83671B3}" srcId="{6FB2EEEC-399B-4A9A-AFF5-979B0189F7A7}" destId="{323B6ABE-191C-43D5-AA54-8BA37D769725}" srcOrd="1" destOrd="0" parTransId="{21214390-7D9B-46AF-A966-40DBB80A4954}" sibTransId="{0B5E522C-9FB9-49C6-A604-210AB29534BE}"/>
    <dgm:cxn modelId="{DC88C15A-6522-496F-BDC6-481351875D64}" type="presOf" srcId="{3B412A64-347E-40E4-AEC5-34717612628C}" destId="{2400CB8B-E972-4FAF-AF0E-BA2BC4813A63}" srcOrd="0" destOrd="0" presId="urn:microsoft.com/office/officeart/2005/8/layout/vList2"/>
    <dgm:cxn modelId="{B1DCA77F-8641-4F51-B0AF-CD5CFC401E08}" srcId="{6FB2EEEC-399B-4A9A-AFF5-979B0189F7A7}" destId="{2D6F8EA1-5394-4F5C-A9F6-9E18CE968DCE}" srcOrd="3" destOrd="0" parTransId="{345185DC-A744-4A78-B14B-E5ADC118ACDA}" sibTransId="{D0E4986B-F39C-46CF-B67B-BCAE363570C5}"/>
    <dgm:cxn modelId="{152334BB-2929-4D82-9698-6C7901F034A8}" type="presOf" srcId="{CBB20160-0674-41CB-BC6F-9BC8096EC245}" destId="{5FE17BE1-7991-4754-A512-3D96E314ACEA}" srcOrd="0" destOrd="0" presId="urn:microsoft.com/office/officeart/2005/8/layout/vList2"/>
    <dgm:cxn modelId="{20F2C0D8-DEAE-4762-96B5-28846316FC50}" type="presOf" srcId="{6FB2EEEC-399B-4A9A-AFF5-979B0189F7A7}" destId="{64CE7AAC-4ECB-4DAE-84F0-50AB01A8172B}" srcOrd="0" destOrd="0" presId="urn:microsoft.com/office/officeart/2005/8/layout/vList2"/>
    <dgm:cxn modelId="{E01512DB-E879-4CF9-BDB8-F94852E1E113}" srcId="{6FB2EEEC-399B-4A9A-AFF5-979B0189F7A7}" destId="{F7121AB2-6360-4C44-AED5-55FED2179720}" srcOrd="2" destOrd="0" parTransId="{9942770B-EFA1-49ED-9DE3-E89FEA4974A2}" sibTransId="{52EA39F3-E1DA-46FA-9B8B-4DC00427ED0F}"/>
    <dgm:cxn modelId="{161332E0-CC24-4A03-905B-F61AEC8963DE}" srcId="{6FB2EEEC-399B-4A9A-AFF5-979B0189F7A7}" destId="{CBB20160-0674-41CB-BC6F-9BC8096EC245}" srcOrd="0" destOrd="0" parTransId="{AD7B06D1-9095-48DD-9387-372D52C74458}" sibTransId="{47692AD9-038E-41F4-97B2-D0E3434295FB}"/>
    <dgm:cxn modelId="{7D92D7E9-3F91-478E-A3F7-4FA927BEF2E8}" type="presOf" srcId="{DEF63E97-BBA9-4B22-B2AE-6AC1E37B3E9F}" destId="{FCB71FC0-67B9-4A5E-859E-FCB85F39B9D3}" srcOrd="0" destOrd="0" presId="urn:microsoft.com/office/officeart/2005/8/layout/vList2"/>
    <dgm:cxn modelId="{64E64B1E-912C-42B2-8DAB-3B577D250EA3}" type="presParOf" srcId="{64CE7AAC-4ECB-4DAE-84F0-50AB01A8172B}" destId="{5FE17BE1-7991-4754-A512-3D96E314ACEA}" srcOrd="0" destOrd="0" presId="urn:microsoft.com/office/officeart/2005/8/layout/vList2"/>
    <dgm:cxn modelId="{9136DEFB-1E4E-4670-A792-6701CDF1EE7E}" type="presParOf" srcId="{64CE7AAC-4ECB-4DAE-84F0-50AB01A8172B}" destId="{8F5CD6BB-FDCF-4B99-B0CC-8AD67F376355}" srcOrd="1" destOrd="0" presId="urn:microsoft.com/office/officeart/2005/8/layout/vList2"/>
    <dgm:cxn modelId="{E03D3963-9CCD-4D62-9927-1AF76236ABA0}" type="presParOf" srcId="{64CE7AAC-4ECB-4DAE-84F0-50AB01A8172B}" destId="{B3B93397-E5AC-4E77-B3FD-990DC3B193D6}" srcOrd="2" destOrd="0" presId="urn:microsoft.com/office/officeart/2005/8/layout/vList2"/>
    <dgm:cxn modelId="{900F8259-5585-476A-AB26-BB2957585A6B}" type="presParOf" srcId="{64CE7AAC-4ECB-4DAE-84F0-50AB01A8172B}" destId="{AE8647FE-5712-4B6D-B1B1-A87B69721ABC}" srcOrd="3" destOrd="0" presId="urn:microsoft.com/office/officeart/2005/8/layout/vList2"/>
    <dgm:cxn modelId="{ECFD7A2B-6E2D-4791-BE0B-76D70ED1BD4A}" type="presParOf" srcId="{64CE7AAC-4ECB-4DAE-84F0-50AB01A8172B}" destId="{5B346EEE-268E-4B5B-833B-C039639AC0EA}" srcOrd="4" destOrd="0" presId="urn:microsoft.com/office/officeart/2005/8/layout/vList2"/>
    <dgm:cxn modelId="{394515F2-9B44-4A7E-B827-6093975324AC}" type="presParOf" srcId="{64CE7AAC-4ECB-4DAE-84F0-50AB01A8172B}" destId="{72E9DE6F-46F7-42BC-A8C4-E5326ADD87FD}" srcOrd="5" destOrd="0" presId="urn:microsoft.com/office/officeart/2005/8/layout/vList2"/>
    <dgm:cxn modelId="{CC1F9AC2-3367-428C-B468-DEB25DE55B00}" type="presParOf" srcId="{64CE7AAC-4ECB-4DAE-84F0-50AB01A8172B}" destId="{B2CB1645-13EE-47F3-AE3D-B874DB9974BC}" srcOrd="6" destOrd="0" presId="urn:microsoft.com/office/officeart/2005/8/layout/vList2"/>
    <dgm:cxn modelId="{A508077D-E57A-4384-8BFE-F4EE50D8FA8F}" type="presParOf" srcId="{64CE7AAC-4ECB-4DAE-84F0-50AB01A8172B}" destId="{4B030848-15AB-4CCC-9729-CFE41F7466EF}" srcOrd="7" destOrd="0" presId="urn:microsoft.com/office/officeart/2005/8/layout/vList2"/>
    <dgm:cxn modelId="{045E6879-8AFD-485B-B551-5D9FE42B83F4}" type="presParOf" srcId="{64CE7AAC-4ECB-4DAE-84F0-50AB01A8172B}" destId="{2400CB8B-E972-4FAF-AF0E-BA2BC4813A63}" srcOrd="8" destOrd="0" presId="urn:microsoft.com/office/officeart/2005/8/layout/vList2"/>
    <dgm:cxn modelId="{2EABA910-C920-4B57-84B1-58BFB0A1A1E2}" type="presParOf" srcId="{64CE7AAC-4ECB-4DAE-84F0-50AB01A8172B}" destId="{705D7167-D83A-40FC-ADCC-2A2E0F7128A4}" srcOrd="9" destOrd="0" presId="urn:microsoft.com/office/officeart/2005/8/layout/vList2"/>
    <dgm:cxn modelId="{71E843F7-C921-4528-9CE3-9F6EC80077DF}" type="presParOf" srcId="{64CE7AAC-4ECB-4DAE-84F0-50AB01A8172B}" destId="{FCB71FC0-67B9-4A5E-859E-FCB85F39B9D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82388-212E-4798-9F34-A5872DD522E8}">
      <dsp:nvSpPr>
        <dsp:cNvPr id="0" name=""/>
        <dsp:cNvSpPr/>
      </dsp:nvSpPr>
      <dsp:spPr>
        <a:xfrm>
          <a:off x="-5373323" y="-822834"/>
          <a:ext cx="6398197" cy="6398197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5FE43-0522-41AD-8E02-9CB4295E0BF8}">
      <dsp:nvSpPr>
        <dsp:cNvPr id="0" name=""/>
        <dsp:cNvSpPr/>
      </dsp:nvSpPr>
      <dsp:spPr>
        <a:xfrm>
          <a:off x="448162" y="296937"/>
          <a:ext cx="5966496" cy="594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691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Que es</a:t>
          </a:r>
          <a:r>
            <a:rPr lang="en-US" sz="2000" kern="1200" dirty="0"/>
            <a:t> ?</a:t>
          </a:r>
          <a:endParaRPr lang="es-CO" sz="2000" kern="1200" dirty="0"/>
        </a:p>
      </dsp:txBody>
      <dsp:txXfrm>
        <a:off x="448162" y="296937"/>
        <a:ext cx="5966496" cy="594256"/>
      </dsp:txXfrm>
    </dsp:sp>
    <dsp:sp modelId="{3A2FB12F-65D2-44B9-AE5E-886C746BDD23}">
      <dsp:nvSpPr>
        <dsp:cNvPr id="0" name=""/>
        <dsp:cNvSpPr/>
      </dsp:nvSpPr>
      <dsp:spPr>
        <a:xfrm>
          <a:off x="76752" y="222655"/>
          <a:ext cx="742820" cy="7428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92C9-A668-47C8-8AF2-9656105C9B34}">
      <dsp:nvSpPr>
        <dsp:cNvPr id="0" name=""/>
        <dsp:cNvSpPr/>
      </dsp:nvSpPr>
      <dsp:spPr>
        <a:xfrm>
          <a:off x="873988" y="1188036"/>
          <a:ext cx="5540669" cy="594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691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Antecedentes.</a:t>
          </a:r>
        </a:p>
      </dsp:txBody>
      <dsp:txXfrm>
        <a:off x="873988" y="1188036"/>
        <a:ext cx="5540669" cy="594256"/>
      </dsp:txXfrm>
    </dsp:sp>
    <dsp:sp modelId="{6AFC9E5B-ACE6-4C26-9B24-E02C6EDB2FBC}">
      <dsp:nvSpPr>
        <dsp:cNvPr id="0" name=""/>
        <dsp:cNvSpPr/>
      </dsp:nvSpPr>
      <dsp:spPr>
        <a:xfrm>
          <a:off x="502578" y="1113754"/>
          <a:ext cx="742820" cy="7428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8BD9D-027C-499D-94C7-DF7707A889CF}">
      <dsp:nvSpPr>
        <dsp:cNvPr id="0" name=""/>
        <dsp:cNvSpPr/>
      </dsp:nvSpPr>
      <dsp:spPr>
        <a:xfrm>
          <a:off x="1004683" y="2079135"/>
          <a:ext cx="5409975" cy="594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691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Características.</a:t>
          </a:r>
        </a:p>
      </dsp:txBody>
      <dsp:txXfrm>
        <a:off x="1004683" y="2079135"/>
        <a:ext cx="5409975" cy="594256"/>
      </dsp:txXfrm>
    </dsp:sp>
    <dsp:sp modelId="{7DE9C1F1-77CD-463F-9406-A172FDD55816}">
      <dsp:nvSpPr>
        <dsp:cNvPr id="0" name=""/>
        <dsp:cNvSpPr/>
      </dsp:nvSpPr>
      <dsp:spPr>
        <a:xfrm>
          <a:off x="633273" y="2004853"/>
          <a:ext cx="742820" cy="7428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926BD-9170-4095-9707-BBCD2478FD95}">
      <dsp:nvSpPr>
        <dsp:cNvPr id="0" name=""/>
        <dsp:cNvSpPr/>
      </dsp:nvSpPr>
      <dsp:spPr>
        <a:xfrm>
          <a:off x="873988" y="2970234"/>
          <a:ext cx="5540669" cy="594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691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Fases y Flujos de trabajo fundamentales del RUP</a:t>
          </a:r>
        </a:p>
      </dsp:txBody>
      <dsp:txXfrm>
        <a:off x="873988" y="2970234"/>
        <a:ext cx="5540669" cy="594256"/>
      </dsp:txXfrm>
    </dsp:sp>
    <dsp:sp modelId="{D6A7C840-5888-4C76-BF6D-24F5DC45DD0A}">
      <dsp:nvSpPr>
        <dsp:cNvPr id="0" name=""/>
        <dsp:cNvSpPr/>
      </dsp:nvSpPr>
      <dsp:spPr>
        <a:xfrm>
          <a:off x="502578" y="2895952"/>
          <a:ext cx="742820" cy="7428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DB673-C880-45A9-9CC2-58EBDFDDFBEC}">
      <dsp:nvSpPr>
        <dsp:cNvPr id="0" name=""/>
        <dsp:cNvSpPr/>
      </dsp:nvSpPr>
      <dsp:spPr>
        <a:xfrm>
          <a:off x="448162" y="3861333"/>
          <a:ext cx="5966496" cy="594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691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Productos y Ejemplo</a:t>
          </a:r>
        </a:p>
      </dsp:txBody>
      <dsp:txXfrm>
        <a:off x="448162" y="3861333"/>
        <a:ext cx="5966496" cy="594256"/>
      </dsp:txXfrm>
    </dsp:sp>
    <dsp:sp modelId="{59EC055E-14CF-40B4-A34F-A232A14D0ED8}">
      <dsp:nvSpPr>
        <dsp:cNvPr id="0" name=""/>
        <dsp:cNvSpPr/>
      </dsp:nvSpPr>
      <dsp:spPr>
        <a:xfrm>
          <a:off x="76752" y="3787051"/>
          <a:ext cx="742820" cy="74282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FB2CE-2FF4-4A01-A4D9-984E87910CFC}">
      <dsp:nvSpPr>
        <dsp:cNvPr id="0" name=""/>
        <dsp:cNvSpPr/>
      </dsp:nvSpPr>
      <dsp:spPr>
        <a:xfrm rot="10800000">
          <a:off x="1543080" y="670"/>
          <a:ext cx="5016627" cy="11179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997" tIns="118110" rIns="220472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Dirigido por casos de uso.</a:t>
          </a:r>
        </a:p>
      </dsp:txBody>
      <dsp:txXfrm rot="10800000">
        <a:off x="1822574" y="670"/>
        <a:ext cx="4737133" cy="1117977"/>
      </dsp:txXfrm>
    </dsp:sp>
    <dsp:sp modelId="{4492700F-5836-452D-A01B-D642894117A7}">
      <dsp:nvSpPr>
        <dsp:cNvPr id="0" name=""/>
        <dsp:cNvSpPr/>
      </dsp:nvSpPr>
      <dsp:spPr>
        <a:xfrm>
          <a:off x="984092" y="670"/>
          <a:ext cx="1117977" cy="111797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82B05-595B-40AD-8845-AB0FC634FA29}">
      <dsp:nvSpPr>
        <dsp:cNvPr id="0" name=""/>
        <dsp:cNvSpPr/>
      </dsp:nvSpPr>
      <dsp:spPr>
        <a:xfrm rot="10800000">
          <a:off x="1543080" y="1452373"/>
          <a:ext cx="5016627" cy="11179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997" tIns="118110" rIns="220472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Centrado en la arquitectura.</a:t>
          </a:r>
        </a:p>
      </dsp:txBody>
      <dsp:txXfrm rot="10800000">
        <a:off x="1822574" y="1452373"/>
        <a:ext cx="4737133" cy="1117977"/>
      </dsp:txXfrm>
    </dsp:sp>
    <dsp:sp modelId="{00596F00-D99A-4AF7-9869-C3AD34F41D0F}">
      <dsp:nvSpPr>
        <dsp:cNvPr id="0" name=""/>
        <dsp:cNvSpPr/>
      </dsp:nvSpPr>
      <dsp:spPr>
        <a:xfrm>
          <a:off x="984092" y="1452373"/>
          <a:ext cx="1117977" cy="1117977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269E5-0DE9-4871-ADD0-B0B3CA603BA7}">
      <dsp:nvSpPr>
        <dsp:cNvPr id="0" name=""/>
        <dsp:cNvSpPr/>
      </dsp:nvSpPr>
      <dsp:spPr>
        <a:xfrm rot="10800000">
          <a:off x="1543080" y="2904076"/>
          <a:ext cx="5016627" cy="11179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997" tIns="118110" rIns="220472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kern="1200"/>
            <a:t>Iterativo e incremental.</a:t>
          </a:r>
        </a:p>
      </dsp:txBody>
      <dsp:txXfrm rot="10800000">
        <a:off x="1822574" y="2904076"/>
        <a:ext cx="4737133" cy="1117977"/>
      </dsp:txXfrm>
    </dsp:sp>
    <dsp:sp modelId="{76C61CBE-BAA5-450E-955C-D4B01ADBB1AC}">
      <dsp:nvSpPr>
        <dsp:cNvPr id="0" name=""/>
        <dsp:cNvSpPr/>
      </dsp:nvSpPr>
      <dsp:spPr>
        <a:xfrm>
          <a:off x="984092" y="2904076"/>
          <a:ext cx="1117977" cy="111797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881DE-7C35-4876-83F2-B74656F680C3}">
      <dsp:nvSpPr>
        <dsp:cNvPr id="0" name=""/>
        <dsp:cNvSpPr/>
      </dsp:nvSpPr>
      <dsp:spPr>
        <a:xfrm rot="10800000">
          <a:off x="1599268" y="615"/>
          <a:ext cx="5236986" cy="1120711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203" tIns="76200" rIns="14224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/>
            <a:t>Describe como el software será realizado en la fase de implementación.</a:t>
          </a:r>
        </a:p>
      </dsp:txBody>
      <dsp:txXfrm rot="10800000">
        <a:off x="1879446" y="615"/>
        <a:ext cx="4956808" cy="1120711"/>
      </dsp:txXfrm>
    </dsp:sp>
    <dsp:sp modelId="{5327B86A-3772-47A8-9FFE-B4DADC220949}">
      <dsp:nvSpPr>
        <dsp:cNvPr id="0" name=""/>
        <dsp:cNvSpPr/>
      </dsp:nvSpPr>
      <dsp:spPr>
        <a:xfrm>
          <a:off x="1038912" y="615"/>
          <a:ext cx="1120711" cy="1120711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57557-BCD5-49DA-ACC0-E0838512C6B2}">
      <dsp:nvSpPr>
        <dsp:cNvPr id="0" name=""/>
        <dsp:cNvSpPr/>
      </dsp:nvSpPr>
      <dsp:spPr>
        <a:xfrm rot="10800000">
          <a:off x="1599268" y="1455868"/>
          <a:ext cx="5236986" cy="1120711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203" tIns="76200" rIns="14224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/>
            <a:t>Se plasma en un modelo de diseño que consiste en una serie de clases con interfaces bien definidos.</a:t>
          </a:r>
        </a:p>
      </dsp:txBody>
      <dsp:txXfrm rot="10800000">
        <a:off x="1879446" y="1455868"/>
        <a:ext cx="4956808" cy="1120711"/>
      </dsp:txXfrm>
    </dsp:sp>
    <dsp:sp modelId="{1E29A56D-881A-4768-BADD-02F24E2AB2F2}">
      <dsp:nvSpPr>
        <dsp:cNvPr id="0" name=""/>
        <dsp:cNvSpPr/>
      </dsp:nvSpPr>
      <dsp:spPr>
        <a:xfrm>
          <a:off x="1038912" y="1455868"/>
          <a:ext cx="1120711" cy="1120711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8AFEE-466F-4434-A057-7A1E6C22680B}">
      <dsp:nvSpPr>
        <dsp:cNvPr id="0" name=""/>
        <dsp:cNvSpPr/>
      </dsp:nvSpPr>
      <dsp:spPr>
        <a:xfrm rot="10800000">
          <a:off x="1599268" y="2911120"/>
          <a:ext cx="5236986" cy="1120711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4203" tIns="76200" rIns="14224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También contiene descripciones de cómo los objetos colaboran para realizar las acciones incluidas en los casos de uso.</a:t>
          </a:r>
        </a:p>
      </dsp:txBody>
      <dsp:txXfrm rot="10800000">
        <a:off x="1879446" y="2911120"/>
        <a:ext cx="4956808" cy="1120711"/>
      </dsp:txXfrm>
    </dsp:sp>
    <dsp:sp modelId="{865912BC-6D5E-4AA2-9A51-3BAF213A8B91}">
      <dsp:nvSpPr>
        <dsp:cNvPr id="0" name=""/>
        <dsp:cNvSpPr/>
      </dsp:nvSpPr>
      <dsp:spPr>
        <a:xfrm>
          <a:off x="1038912" y="2911120"/>
          <a:ext cx="1120711" cy="1120711"/>
        </a:xfrm>
        <a:prstGeom prst="ellipse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7BF15-CCB0-4F7A-8960-E0AABE0D80D8}">
      <dsp:nvSpPr>
        <dsp:cNvPr id="0" name=""/>
        <dsp:cNvSpPr/>
      </dsp:nvSpPr>
      <dsp:spPr>
        <a:xfrm>
          <a:off x="0" y="27335"/>
          <a:ext cx="7543800" cy="1223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100" kern="1200"/>
            <a:t>Inicio</a:t>
          </a:r>
        </a:p>
      </dsp:txBody>
      <dsp:txXfrm>
        <a:off x="59713" y="87048"/>
        <a:ext cx="7424374" cy="1103809"/>
      </dsp:txXfrm>
    </dsp:sp>
    <dsp:sp modelId="{759DC8FF-CF4C-46B3-8F42-CDDAC6C51067}">
      <dsp:nvSpPr>
        <dsp:cNvPr id="0" name=""/>
        <dsp:cNvSpPr/>
      </dsp:nvSpPr>
      <dsp:spPr>
        <a:xfrm>
          <a:off x="0" y="1250570"/>
          <a:ext cx="7543800" cy="2744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64770" rIns="362712" bIns="64770" numCol="1" spcCol="1270" anchor="t" anchorCtr="0">
          <a:noAutofit/>
        </a:bodyPr>
        <a:lstStyle/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/>
            <a:t>Requisitos de negocio</a:t>
          </a:r>
        </a:p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/>
            <a:t>Casos de uso básico</a:t>
          </a:r>
        </a:p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 dirty="0"/>
            <a:t>Plan de proyecto</a:t>
          </a:r>
        </a:p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4000" kern="1200" dirty="0"/>
        </a:p>
      </dsp:txBody>
      <dsp:txXfrm>
        <a:off x="0" y="1250570"/>
        <a:ext cx="7543800" cy="27448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2DFA2-ADBF-4EA7-9A29-71E5FC453A8D}">
      <dsp:nvSpPr>
        <dsp:cNvPr id="0" name=""/>
        <dsp:cNvSpPr/>
      </dsp:nvSpPr>
      <dsp:spPr>
        <a:xfrm>
          <a:off x="0" y="74134"/>
          <a:ext cx="75438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kern="1200"/>
            <a:t>Elaboración</a:t>
          </a:r>
        </a:p>
      </dsp:txBody>
      <dsp:txXfrm>
        <a:off x="43321" y="117455"/>
        <a:ext cx="7457158" cy="800803"/>
      </dsp:txXfrm>
    </dsp:sp>
    <dsp:sp modelId="{9B290A7C-A1D3-4E41-89D8-C0F44C684F0A}">
      <dsp:nvSpPr>
        <dsp:cNvPr id="0" name=""/>
        <dsp:cNvSpPr/>
      </dsp:nvSpPr>
      <dsp:spPr>
        <a:xfrm>
          <a:off x="0" y="961580"/>
          <a:ext cx="7543800" cy="2987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46990" rIns="263144" bIns="46990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900" kern="1200" dirty="0"/>
            <a:t>Requisitos funcionales y  no funcionales</a:t>
          </a:r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900" kern="1200" dirty="0"/>
            <a:t>Modelo de casos de uso</a:t>
          </a:r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900" kern="1200" dirty="0"/>
            <a:t>Modelo de análisis</a:t>
          </a:r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900" kern="1200" dirty="0"/>
            <a:t>Modelo de diseño</a:t>
          </a:r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900" kern="1200" dirty="0"/>
            <a:t>Modelo de implementación</a:t>
          </a:r>
        </a:p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900" kern="1200"/>
            <a:t>Prototipo funcional</a:t>
          </a:r>
        </a:p>
      </dsp:txBody>
      <dsp:txXfrm>
        <a:off x="0" y="961580"/>
        <a:ext cx="7543800" cy="29870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123F3-83BB-4460-90C0-00687C10AD11}">
      <dsp:nvSpPr>
        <dsp:cNvPr id="0" name=""/>
        <dsp:cNvSpPr/>
      </dsp:nvSpPr>
      <dsp:spPr>
        <a:xfrm>
          <a:off x="0" y="27335"/>
          <a:ext cx="7543800" cy="1223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100" kern="1200"/>
            <a:t>Construcción</a:t>
          </a:r>
        </a:p>
      </dsp:txBody>
      <dsp:txXfrm>
        <a:off x="59713" y="87048"/>
        <a:ext cx="7424374" cy="1103809"/>
      </dsp:txXfrm>
    </dsp:sp>
    <dsp:sp modelId="{C604FC7E-E98B-4D54-BC66-8F77DA605B0E}">
      <dsp:nvSpPr>
        <dsp:cNvPr id="0" name=""/>
        <dsp:cNvSpPr/>
      </dsp:nvSpPr>
      <dsp:spPr>
        <a:xfrm>
          <a:off x="0" y="1250570"/>
          <a:ext cx="7543800" cy="2744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64770" rIns="362712" bIns="64770" numCol="1" spcCol="1270" anchor="t" anchorCtr="0">
          <a:noAutofit/>
        </a:bodyPr>
        <a:lstStyle/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/>
            <a:t>Código binario</a:t>
          </a:r>
        </a:p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/>
            <a:t>Modelo de implementación</a:t>
          </a:r>
        </a:p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/>
            <a:t>Modelo de despliegue</a:t>
          </a:r>
        </a:p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4000" kern="1200"/>
            <a:t>Manuales</a:t>
          </a:r>
        </a:p>
      </dsp:txBody>
      <dsp:txXfrm>
        <a:off x="0" y="1250570"/>
        <a:ext cx="7543800" cy="27448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F7EDC-A7EF-4C37-B7CE-2AB20542D22E}">
      <dsp:nvSpPr>
        <dsp:cNvPr id="0" name=""/>
        <dsp:cNvSpPr/>
      </dsp:nvSpPr>
      <dsp:spPr>
        <a:xfrm>
          <a:off x="0" y="376199"/>
          <a:ext cx="7620000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500" kern="1200"/>
            <a:t>Transición</a:t>
          </a:r>
        </a:p>
      </dsp:txBody>
      <dsp:txXfrm>
        <a:off x="76105" y="452304"/>
        <a:ext cx="7467790" cy="1406815"/>
      </dsp:txXfrm>
    </dsp:sp>
    <dsp:sp modelId="{0BBB2F20-75FC-4345-99D9-24C0F0714685}">
      <dsp:nvSpPr>
        <dsp:cNvPr id="0" name=""/>
        <dsp:cNvSpPr/>
      </dsp:nvSpPr>
      <dsp:spPr>
        <a:xfrm>
          <a:off x="0" y="1935225"/>
          <a:ext cx="7620000" cy="2489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935" tIns="82550" rIns="462280" bIns="82550" numCol="1" spcCol="1270" anchor="t" anchorCtr="0">
          <a:noAutofit/>
        </a:bodyPr>
        <a:lstStyle/>
        <a:p>
          <a:pPr marL="285750" lvl="1" indent="-285750" algn="l" defTabSz="2266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5100" kern="1200"/>
            <a:t>Reporte de pruebas beta</a:t>
          </a:r>
        </a:p>
        <a:p>
          <a:pPr marL="285750" lvl="1" indent="-285750" algn="l" defTabSz="2266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5100" kern="1200"/>
            <a:t>Retroalimentación usuario</a:t>
          </a:r>
        </a:p>
      </dsp:txBody>
      <dsp:txXfrm>
        <a:off x="0" y="1935225"/>
        <a:ext cx="7620000" cy="24891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9BDA5-F279-4A52-8FE5-AF3DFB581848}">
      <dsp:nvSpPr>
        <dsp:cNvPr id="0" name=""/>
        <dsp:cNvSpPr/>
      </dsp:nvSpPr>
      <dsp:spPr>
        <a:xfrm>
          <a:off x="0" y="30704"/>
          <a:ext cx="8070155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kern="1200" dirty="0"/>
            <a:t>Problema : Las empresas no están seguras de los títulos profesional o técnicos que tiene una persona.</a:t>
          </a:r>
        </a:p>
      </dsp:txBody>
      <dsp:txXfrm>
        <a:off x="54373" y="85077"/>
        <a:ext cx="7961409" cy="1005094"/>
      </dsp:txXfrm>
    </dsp:sp>
    <dsp:sp modelId="{268E4B50-2CCF-4467-ADD8-F8DE3A6BE746}">
      <dsp:nvSpPr>
        <dsp:cNvPr id="0" name=""/>
        <dsp:cNvSpPr/>
      </dsp:nvSpPr>
      <dsp:spPr>
        <a:xfrm>
          <a:off x="0" y="1144544"/>
          <a:ext cx="8070155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227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200" kern="1200" dirty="0"/>
            <a:t>Solución: Construir un Software que permita la verificación de los títulos académicos de una persona.</a:t>
          </a:r>
        </a:p>
      </dsp:txBody>
      <dsp:txXfrm>
        <a:off x="0" y="1144544"/>
        <a:ext cx="8070155" cy="6955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CD7FB-0477-47DA-A85C-239AF42FE947}">
      <dsp:nvSpPr>
        <dsp:cNvPr id="0" name=""/>
        <dsp:cNvSpPr/>
      </dsp:nvSpPr>
      <dsp:spPr>
        <a:xfrm>
          <a:off x="0" y="13979"/>
          <a:ext cx="7710115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Inicio</a:t>
          </a:r>
        </a:p>
      </dsp:txBody>
      <dsp:txXfrm>
        <a:off x="19904" y="33883"/>
        <a:ext cx="7670307" cy="367937"/>
      </dsp:txXfrm>
    </dsp:sp>
    <dsp:sp modelId="{6734ADF1-F6FD-46A8-BEBC-E3413030EC8A}">
      <dsp:nvSpPr>
        <dsp:cNvPr id="0" name=""/>
        <dsp:cNvSpPr/>
      </dsp:nvSpPr>
      <dsp:spPr>
        <a:xfrm>
          <a:off x="0" y="421724"/>
          <a:ext cx="7710115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796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/>
            <a:t>Comunicación </a:t>
          </a:r>
          <a:endParaRPr lang="es-CO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/>
            <a:t>Modelo de dominio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/>
            <a:t>Plan</a:t>
          </a:r>
        </a:p>
      </dsp:txBody>
      <dsp:txXfrm>
        <a:off x="0" y="421724"/>
        <a:ext cx="7710115" cy="668609"/>
      </dsp:txXfrm>
    </dsp:sp>
    <dsp:sp modelId="{8A30EA27-D67B-4107-B472-3FC029D60438}">
      <dsp:nvSpPr>
        <dsp:cNvPr id="0" name=""/>
        <dsp:cNvSpPr/>
      </dsp:nvSpPr>
      <dsp:spPr>
        <a:xfrm>
          <a:off x="0" y="1090334"/>
          <a:ext cx="7710115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dirty="0"/>
            <a:t>Elaboración</a:t>
          </a:r>
        </a:p>
      </dsp:txBody>
      <dsp:txXfrm>
        <a:off x="19904" y="1110238"/>
        <a:ext cx="7670307" cy="367937"/>
      </dsp:txXfrm>
    </dsp:sp>
    <dsp:sp modelId="{88C7179E-DD12-4224-8731-B9676B112DAB}">
      <dsp:nvSpPr>
        <dsp:cNvPr id="0" name=""/>
        <dsp:cNvSpPr/>
      </dsp:nvSpPr>
      <dsp:spPr>
        <a:xfrm>
          <a:off x="0" y="1498079"/>
          <a:ext cx="7710115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796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/>
            <a:t>Requerimientos básicos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/>
            <a:t>Casos de uso básico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/>
            <a:t>Diagrama de clases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/>
            <a:t>Prototipo</a:t>
          </a:r>
        </a:p>
      </dsp:txBody>
      <dsp:txXfrm>
        <a:off x="0" y="1498079"/>
        <a:ext cx="7710115" cy="897345"/>
      </dsp:txXfrm>
    </dsp:sp>
    <dsp:sp modelId="{11F29EF7-4FC4-42D1-9190-97EB5E949BF6}">
      <dsp:nvSpPr>
        <dsp:cNvPr id="0" name=""/>
        <dsp:cNvSpPr/>
      </dsp:nvSpPr>
      <dsp:spPr>
        <a:xfrm>
          <a:off x="0" y="2395424"/>
          <a:ext cx="7710115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dirty="0"/>
            <a:t>Construcción</a:t>
          </a:r>
        </a:p>
      </dsp:txBody>
      <dsp:txXfrm>
        <a:off x="19904" y="2415328"/>
        <a:ext cx="7670307" cy="367937"/>
      </dsp:txXfrm>
    </dsp:sp>
    <dsp:sp modelId="{D5B7AF1A-AD1F-42D1-A45F-A3A7F347ACD7}">
      <dsp:nvSpPr>
        <dsp:cNvPr id="0" name=""/>
        <dsp:cNvSpPr/>
      </dsp:nvSpPr>
      <dsp:spPr>
        <a:xfrm>
          <a:off x="0" y="2803169"/>
          <a:ext cx="7710115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796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/>
            <a:t>Codigo</a:t>
          </a:r>
        </a:p>
      </dsp:txBody>
      <dsp:txXfrm>
        <a:off x="0" y="2803169"/>
        <a:ext cx="7710115" cy="281520"/>
      </dsp:txXfrm>
    </dsp:sp>
    <dsp:sp modelId="{6F04C1F0-D3D5-4211-BEE2-99F01A7A8FAB}">
      <dsp:nvSpPr>
        <dsp:cNvPr id="0" name=""/>
        <dsp:cNvSpPr/>
      </dsp:nvSpPr>
      <dsp:spPr>
        <a:xfrm>
          <a:off x="0" y="3084690"/>
          <a:ext cx="7710115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Transicion</a:t>
          </a:r>
        </a:p>
      </dsp:txBody>
      <dsp:txXfrm>
        <a:off x="19904" y="3104594"/>
        <a:ext cx="7670307" cy="367937"/>
      </dsp:txXfrm>
    </dsp:sp>
    <dsp:sp modelId="{16B95201-E430-4DFA-8886-663FD0AAF33C}">
      <dsp:nvSpPr>
        <dsp:cNvPr id="0" name=""/>
        <dsp:cNvSpPr/>
      </dsp:nvSpPr>
      <dsp:spPr>
        <a:xfrm>
          <a:off x="0" y="3492435"/>
          <a:ext cx="7710115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796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/>
            <a:t>Pruebas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300" kern="1200"/>
        </a:p>
      </dsp:txBody>
      <dsp:txXfrm>
        <a:off x="0" y="3492435"/>
        <a:ext cx="7710115" cy="66860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17BE1-7991-4754-A512-3D96E314ACEA}">
      <dsp:nvSpPr>
        <dsp:cNvPr id="0" name=""/>
        <dsp:cNvSpPr/>
      </dsp:nvSpPr>
      <dsp:spPr>
        <a:xfrm>
          <a:off x="0" y="116047"/>
          <a:ext cx="7543801" cy="5958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Conformar los grupos</a:t>
          </a:r>
        </a:p>
      </dsp:txBody>
      <dsp:txXfrm>
        <a:off x="29088" y="145135"/>
        <a:ext cx="7485625" cy="537701"/>
      </dsp:txXfrm>
    </dsp:sp>
    <dsp:sp modelId="{B3B93397-E5AC-4E77-B3FD-990DC3B193D6}">
      <dsp:nvSpPr>
        <dsp:cNvPr id="0" name=""/>
        <dsp:cNvSpPr/>
      </dsp:nvSpPr>
      <dsp:spPr>
        <a:xfrm>
          <a:off x="0" y="755125"/>
          <a:ext cx="7543801" cy="5958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Pensar o buscar una problemática social o no en la ciudad que sea factible resolver con un software.</a:t>
          </a:r>
        </a:p>
      </dsp:txBody>
      <dsp:txXfrm>
        <a:off x="29088" y="784213"/>
        <a:ext cx="7485625" cy="537701"/>
      </dsp:txXfrm>
    </dsp:sp>
    <dsp:sp modelId="{5B346EEE-268E-4B5B-833B-C039639AC0EA}">
      <dsp:nvSpPr>
        <dsp:cNvPr id="0" name=""/>
        <dsp:cNvSpPr/>
      </dsp:nvSpPr>
      <dsp:spPr>
        <a:xfrm>
          <a:off x="0" y="1394202"/>
          <a:ext cx="7543801" cy="5958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Cuales serian las entidades o personas vitales para la solución del proyecto</a:t>
          </a:r>
        </a:p>
      </dsp:txBody>
      <dsp:txXfrm>
        <a:off x="29088" y="1423290"/>
        <a:ext cx="7485625" cy="537701"/>
      </dsp:txXfrm>
    </dsp:sp>
    <dsp:sp modelId="{B2CB1645-13EE-47F3-AE3D-B874DB9974BC}">
      <dsp:nvSpPr>
        <dsp:cNvPr id="0" name=""/>
        <dsp:cNvSpPr/>
      </dsp:nvSpPr>
      <dsp:spPr>
        <a:xfrm>
          <a:off x="0" y="2033280"/>
          <a:ext cx="7543801" cy="5958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Es factible financiera y tecnológicamente</a:t>
          </a:r>
        </a:p>
      </dsp:txBody>
      <dsp:txXfrm>
        <a:off x="29088" y="2062368"/>
        <a:ext cx="7485625" cy="537701"/>
      </dsp:txXfrm>
    </dsp:sp>
    <dsp:sp modelId="{2400CB8B-E972-4FAF-AF0E-BA2BC4813A63}">
      <dsp:nvSpPr>
        <dsp:cNvPr id="0" name=""/>
        <dsp:cNvSpPr/>
      </dsp:nvSpPr>
      <dsp:spPr>
        <a:xfrm>
          <a:off x="0" y="2672357"/>
          <a:ext cx="7543801" cy="5958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Cual seria la solución.</a:t>
          </a:r>
        </a:p>
      </dsp:txBody>
      <dsp:txXfrm>
        <a:off x="29088" y="2701445"/>
        <a:ext cx="7485625" cy="537701"/>
      </dsp:txXfrm>
    </dsp:sp>
    <dsp:sp modelId="{FCB71FC0-67B9-4A5E-859E-FCB85F39B9D3}">
      <dsp:nvSpPr>
        <dsp:cNvPr id="0" name=""/>
        <dsp:cNvSpPr/>
      </dsp:nvSpPr>
      <dsp:spPr>
        <a:xfrm>
          <a:off x="0" y="3311434"/>
          <a:ext cx="7543801" cy="5958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De las tres posibilidades se escoge una</a:t>
          </a:r>
        </a:p>
      </dsp:txBody>
      <dsp:txXfrm>
        <a:off x="29088" y="3340522"/>
        <a:ext cx="7485625" cy="537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67096-E8AE-4E48-91BC-F62B3713EEB5}" type="datetimeFigureOut">
              <a:rPr lang="es-CO" smtClean="0"/>
              <a:t>18/02/2025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B3FDB-FB1D-45B5-820C-1DFDA99CE4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471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B3FDB-FB1D-45B5-820C-1DFDA99CE4C7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429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B3FDB-FB1D-45B5-820C-1DFDA99CE4C7}" type="slidenum">
              <a:rPr lang="es-CO" smtClean="0"/>
              <a:t>39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2365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A31E4-26A3-4EEB-A9DC-CD2A94A580CB}" type="datetime1">
              <a:rPr lang="es-CO" smtClean="0"/>
              <a:t>18/02/2025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91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9E0AE-A560-4767-8CBF-CA19395259B8}" type="datetime1">
              <a:rPr lang="es-CO" smtClean="0"/>
              <a:t>18/02/2025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336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33D6-A06B-4153-81E5-3483192C3A3F}" type="datetime1">
              <a:rPr lang="es-CO" smtClean="0"/>
              <a:t>18/02/2025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27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2336-9DB6-4DC2-8E61-D78CDEB55659}" type="datetime1">
              <a:rPr lang="es-CO" smtClean="0"/>
              <a:t>18/02/2025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438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018C-1348-453C-A7C5-D430187D610D}" type="datetime1">
              <a:rPr lang="es-CO" smtClean="0"/>
              <a:t>18/02/2025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91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CEDD-F97E-48BF-812A-2D5D2BCEF09A}" type="datetime1">
              <a:rPr lang="es-CO" smtClean="0"/>
              <a:t>18/02/2025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051649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B24F-75FA-4AE9-B8BB-8C4520340068}" type="datetime1">
              <a:rPr lang="es-CO" smtClean="0"/>
              <a:t>18/02/2025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CO"/>
              <a:t>Proceso Uficado de software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597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EB09093-F742-4CBB-A4DC-34F381CCD466}" type="datetime1">
              <a:rPr lang="es-CO" smtClean="0"/>
              <a:t>18/02/2025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CO"/>
              <a:t>Proceso Uficado de software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6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889F-7EA6-40AA-96A5-7999EAB463AE}" type="datetime1">
              <a:rPr lang="es-CO" smtClean="0"/>
              <a:t>18/02/2025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684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9722-7A42-42EF-9F4E-DCAF6088D91A}" type="datetime1">
              <a:rPr lang="es-CO" smtClean="0"/>
              <a:t>18/02/2025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614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D19C-4C2F-4125-AE3B-C7BC83BCFF69}" type="datetime1">
              <a:rPr lang="es-CO" smtClean="0"/>
              <a:t>18/02/2025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414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166CEDD-F97E-48BF-812A-2D5D2BCEF09A}" type="datetime1">
              <a:rPr lang="es-CO" smtClean="0"/>
              <a:t>18/02/2025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s-CO"/>
              <a:t>Proceso Uficado de software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0F3CE0-6D0F-4EDB-9F1B-6001144D1BB4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39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ALGO%20SOBRE%20UML%20_%20Parte%201.mp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4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Proceso Unificado de Desarrollo de Software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s-CO" sz="2800" dirty="0"/>
          </a:p>
          <a:p>
            <a:r>
              <a:rPr lang="es-CO" sz="2800" dirty="0"/>
              <a:t>Ing. Carlos Henríquez M. </a:t>
            </a:r>
            <a:r>
              <a:rPr lang="es-CO" sz="2800" dirty="0" err="1"/>
              <a:t>Ph.D</a:t>
            </a:r>
            <a:r>
              <a:rPr lang="es-CO" sz="2800" dirty="0"/>
              <a:t>.</a:t>
            </a:r>
          </a:p>
          <a:p>
            <a:endParaRPr lang="es-CO" sz="2800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86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Contenidos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57904"/>
              </p:ext>
            </p:extLst>
          </p:nvPr>
        </p:nvGraphicFramePr>
        <p:xfrm>
          <a:off x="1475656" y="1628800"/>
          <a:ext cx="6480720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690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Que es un proceso de software</a:t>
            </a:r>
            <a:r>
              <a:rPr lang="en-US" dirty="0"/>
              <a:t>?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dirty="0"/>
              <a:t>Un proceso de software es un </a:t>
            </a:r>
            <a:r>
              <a:rPr lang="es-CO" dirty="0">
                <a:solidFill>
                  <a:srgbClr val="FF0000"/>
                </a:solidFill>
              </a:rPr>
              <a:t>marco de trabajo </a:t>
            </a:r>
            <a:r>
              <a:rPr lang="es-CO" dirty="0"/>
              <a:t>para las </a:t>
            </a:r>
            <a:r>
              <a:rPr lang="es-CO" dirty="0">
                <a:solidFill>
                  <a:srgbClr val="FF0000"/>
                </a:solidFill>
              </a:rPr>
              <a:t>tareas</a:t>
            </a:r>
            <a:r>
              <a:rPr lang="es-CO" dirty="0"/>
              <a:t> que se requieren en la construcción de </a:t>
            </a:r>
            <a:r>
              <a:rPr lang="es-CO" dirty="0">
                <a:solidFill>
                  <a:srgbClr val="FF0000"/>
                </a:solidFill>
              </a:rPr>
              <a:t>software</a:t>
            </a:r>
            <a:r>
              <a:rPr lang="es-CO" dirty="0"/>
              <a:t> de alta </a:t>
            </a:r>
            <a:r>
              <a:rPr lang="es-CO" dirty="0">
                <a:solidFill>
                  <a:srgbClr val="FF0000"/>
                </a:solidFill>
              </a:rPr>
              <a:t>calidad.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429000"/>
            <a:ext cx="4315972" cy="24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3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Proceso Unificado (PU) de Desarrollo de Software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772817"/>
            <a:ext cx="7920880" cy="3456384"/>
          </a:xfrm>
        </p:spPr>
        <p:txBody>
          <a:bodyPr>
            <a:normAutofit/>
          </a:bodyPr>
          <a:lstStyle/>
          <a:p>
            <a:pPr algn="just"/>
            <a:r>
              <a:rPr lang="es-CO" sz="2800" dirty="0"/>
              <a:t>Es un proceso de software guiado por los casos de uso, de arquitectura céntrica, iterativo e incremental.</a:t>
            </a:r>
          </a:p>
          <a:p>
            <a:pPr algn="just"/>
            <a:r>
              <a:rPr lang="es-CO" sz="2800" dirty="0"/>
              <a:t>El PU reúne los mejores rasgos y características de modelos de proceso de software implementando muchos de los principios del desarrollo ágil.</a:t>
            </a:r>
          </a:p>
          <a:p>
            <a:pPr algn="just"/>
            <a:endParaRPr lang="es-CO" sz="28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4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72" y="4221088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4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Antecedentes</a:t>
            </a:r>
            <a:endParaRPr lang="es-CO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822960" y="1737361"/>
            <a:ext cx="7787208" cy="1756792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Los tres amigos desarrollaron el PU un marco de trabajo para la ingeniería de software OO utilizando UML.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5</a:t>
            </a:fld>
            <a:endParaRPr lang="es-CO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140968"/>
            <a:ext cx="7618411" cy="287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05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Antecedentes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6</a:t>
            </a:fld>
            <a:endParaRPr lang="es-CO" dirty="0"/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4869160"/>
            <a:ext cx="2336279" cy="1660824"/>
          </a:xfrm>
          <a:prstGeom prst="rect">
            <a:avLst/>
          </a:prstGeom>
        </p:spPr>
      </p:pic>
      <p:sp>
        <p:nvSpPr>
          <p:cNvPr id="8" name="2 Marcador de contenido"/>
          <p:cNvSpPr txBox="1">
            <a:spLocks/>
          </p:cNvSpPr>
          <p:nvPr/>
        </p:nvSpPr>
        <p:spPr>
          <a:xfrm>
            <a:off x="480060" y="171827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dirty="0"/>
              <a:t>1980 – La programación orientada a objetos</a:t>
            </a:r>
          </a:p>
          <a:p>
            <a:pPr algn="just"/>
            <a:r>
              <a:rPr lang="es-CO" dirty="0"/>
              <a:t>Variedad de modelos para OO</a:t>
            </a:r>
          </a:p>
          <a:p>
            <a:pPr algn="just"/>
            <a:r>
              <a:rPr lang="es-CO" dirty="0"/>
              <a:t>1990 James </a:t>
            </a:r>
            <a:r>
              <a:rPr lang="es-CO" dirty="0" err="1"/>
              <a:t>Rumbaugh</a:t>
            </a:r>
            <a:r>
              <a:rPr lang="es-CO" dirty="0"/>
              <a:t>, Grady </a:t>
            </a:r>
            <a:r>
              <a:rPr lang="es-CO" dirty="0" err="1"/>
              <a:t>Booch</a:t>
            </a:r>
            <a:r>
              <a:rPr lang="es-CO" dirty="0"/>
              <a:t> e </a:t>
            </a:r>
            <a:r>
              <a:rPr lang="es-CO" dirty="0" err="1"/>
              <a:t>Ivar</a:t>
            </a:r>
            <a:r>
              <a:rPr lang="es-CO" dirty="0"/>
              <a:t> Jacobson crean UML.</a:t>
            </a:r>
          </a:p>
          <a:p>
            <a:pPr algn="just"/>
            <a:r>
              <a:rPr lang="es-CO" dirty="0"/>
              <a:t>1997 </a:t>
            </a:r>
            <a:r>
              <a:rPr lang="es-CO" dirty="0" err="1"/>
              <a:t>Uml</a:t>
            </a:r>
            <a:r>
              <a:rPr lang="es-CO" dirty="0"/>
              <a:t> estándar de la industria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228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2800" dirty="0"/>
              <a:t>UML (</a:t>
            </a:r>
            <a:r>
              <a:rPr lang="es-CO" sz="2800" dirty="0" err="1"/>
              <a:t>Unified</a:t>
            </a:r>
            <a:r>
              <a:rPr lang="es-CO" sz="2800" dirty="0"/>
              <a:t> </a:t>
            </a:r>
            <a:r>
              <a:rPr lang="es-CO" sz="2800" dirty="0" err="1"/>
              <a:t>Modeling</a:t>
            </a:r>
            <a:r>
              <a:rPr lang="es-CO" sz="2800" dirty="0"/>
              <a:t> </a:t>
            </a:r>
            <a:r>
              <a:rPr lang="es-CO" sz="2800" dirty="0" err="1"/>
              <a:t>Language</a:t>
            </a:r>
            <a:r>
              <a:rPr lang="es-CO" sz="2800" dirty="0"/>
              <a:t>) es un lenguaje estándar para especificar, visualizar, construir y documentar los artefactos de los sistemas de software. </a:t>
            </a:r>
          </a:p>
          <a:p>
            <a:endParaRPr lang="es-CO" sz="2800" dirty="0"/>
          </a:p>
          <a:p>
            <a:r>
              <a:rPr lang="es-CO" sz="2800" dirty="0"/>
              <a:t>En junio del 1998 se lanza </a:t>
            </a:r>
            <a:r>
              <a:rPr lang="es-CO" sz="2800" dirty="0" err="1"/>
              <a:t>Rational</a:t>
            </a:r>
            <a:r>
              <a:rPr lang="es-CO" sz="2800" dirty="0"/>
              <a:t> </a:t>
            </a:r>
            <a:r>
              <a:rPr lang="es-CO" sz="2800" dirty="0" err="1"/>
              <a:t>Unified</a:t>
            </a:r>
            <a:r>
              <a:rPr lang="es-CO" sz="2800" dirty="0"/>
              <a:t> </a:t>
            </a:r>
            <a:r>
              <a:rPr lang="es-CO" sz="2800" dirty="0" err="1"/>
              <a:t>Process</a:t>
            </a:r>
            <a:r>
              <a:rPr lang="es-CO" sz="2800" dirty="0"/>
              <a:t> (RUP). 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7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60648"/>
            <a:ext cx="151940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2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  <a:endParaRPr lang="es-CO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3" y="1124744"/>
            <a:ext cx="8579724" cy="49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Proceso </a:t>
            </a:r>
            <a:r>
              <a:rPr lang="es-CO" dirty="0" err="1"/>
              <a:t>Uficado</a:t>
            </a:r>
            <a:r>
              <a:rPr lang="es-CO" dirty="0"/>
              <a:t>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8</a:t>
            </a:fld>
            <a:endParaRPr lang="es-CO"/>
          </a:p>
        </p:txBody>
      </p:sp>
      <p:sp>
        <p:nvSpPr>
          <p:cNvPr id="6" name="5 CuadroTexto"/>
          <p:cNvSpPr txBox="1"/>
          <p:nvPr/>
        </p:nvSpPr>
        <p:spPr>
          <a:xfrm>
            <a:off x="539552" y="6087724"/>
            <a:ext cx="4351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/>
              <a:t>https://creately.com/blog/diagrams/uml-diagram-types-examples/</a:t>
            </a:r>
          </a:p>
        </p:txBody>
      </p:sp>
    </p:spTree>
    <p:extLst>
      <p:ext uri="{BB962C8B-B14F-4D97-AF65-F5344CB8AC3E}">
        <p14:creationId xmlns:p14="http://schemas.microsoft.com/office/powerpoint/2010/main" val="197375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UML-Diagrama de casos de uso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22500" y="2262188"/>
            <a:ext cx="474345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UML- Diagrama de clases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10</a:t>
            </a:fld>
            <a:endParaRPr lang="es-CO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72816"/>
            <a:ext cx="705802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995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Características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422645"/>
              </p:ext>
            </p:extLst>
          </p:nvPr>
        </p:nvGraphicFramePr>
        <p:xfrm>
          <a:off x="822325" y="1846263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34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Dirigido por casos de uso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626968" cy="4525963"/>
          </a:xfrm>
        </p:spPr>
        <p:txBody>
          <a:bodyPr>
            <a:normAutofit/>
          </a:bodyPr>
          <a:lstStyle/>
          <a:p>
            <a:pPr algn="just"/>
            <a:r>
              <a:rPr lang="es-CO" dirty="0"/>
              <a:t>Un sistema software debe tener como base dar servicio a sus usuarios dando finalmente a un modelo de casos de uso. 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Guían su diseño, implementación y prueba; guían el proceso de desarrollo, proporcionando un hilo conductor que avanza a través de una serie de flujos de trabajo que parten del modelo de casos de uso.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12</a:t>
            </a:fld>
            <a:endParaRPr lang="es-CO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348880"/>
            <a:ext cx="231941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797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Centrado en la arquitectura</a:t>
            </a:r>
            <a:br>
              <a:rPr lang="es-CO" dirty="0"/>
            </a:b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0273" y="1562062"/>
            <a:ext cx="5482952" cy="4525963"/>
          </a:xfrm>
        </p:spPr>
        <p:txBody>
          <a:bodyPr>
            <a:normAutofit/>
          </a:bodyPr>
          <a:lstStyle/>
          <a:p>
            <a:pPr algn="just"/>
            <a:r>
              <a:rPr lang="es-CO" dirty="0"/>
              <a:t>Corresponde a las diferentes vistas del sistema en construcción, incluyendo los aspectos estáticos y dinámicos de éste. 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Se refleja en los casos de uso, plataforma de funcionamiento, módulos reutilizables, consideraciones de implantación, sistemas heredados, requisitos no funcionales, etc. 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63100" y="6309320"/>
            <a:ext cx="2133600" cy="365125"/>
          </a:xfrm>
        </p:spPr>
        <p:txBody>
          <a:bodyPr/>
          <a:lstStyle/>
          <a:p>
            <a:fld id="{A50F3CE0-6D0F-4EDB-9F1B-6001144D1BB4}" type="slidenum">
              <a:rPr lang="es-CO" smtClean="0"/>
              <a:t>13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896" y="4437112"/>
            <a:ext cx="297257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79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Iterativo e incremental.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772816"/>
            <a:ext cx="4176464" cy="4453955"/>
          </a:xfrm>
        </p:spPr>
        <p:txBody>
          <a:bodyPr>
            <a:normAutofit/>
          </a:bodyPr>
          <a:lstStyle/>
          <a:p>
            <a:r>
              <a:rPr lang="es-CO" dirty="0"/>
              <a:t>Se divide el desarrollo completo en mini proyectos que forman una iteración.</a:t>
            </a:r>
          </a:p>
          <a:p>
            <a:endParaRPr lang="es-CO" dirty="0"/>
          </a:p>
          <a:p>
            <a:r>
              <a:rPr lang="es-CO" dirty="0"/>
              <a:t>Con esta modalidad de trabajo se reducen los costos de riesgo, permite visualizar resultados a corto plazo, y adaptar el producto a necesidades cambiantes.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14</a:t>
            </a:fld>
            <a:endParaRPr lang="es-CO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169" y="4293096"/>
            <a:ext cx="3975737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382" y="2060848"/>
            <a:ext cx="4487015" cy="141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377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UML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15</a:t>
            </a:fld>
            <a:endParaRPr lang="es-CO"/>
          </a:p>
        </p:txBody>
      </p:sp>
      <p:sp>
        <p:nvSpPr>
          <p:cNvPr id="6" name="5 Elipse">
            <a:hlinkClick r:id="rId2" action="ppaction://hlinkfile"/>
          </p:cNvPr>
          <p:cNvSpPr/>
          <p:nvPr/>
        </p:nvSpPr>
        <p:spPr>
          <a:xfrm>
            <a:off x="2051720" y="1700808"/>
            <a:ext cx="4896544" cy="4464496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000" r="-2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0829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Fases</a:t>
            </a:r>
          </a:p>
        </p:txBody>
      </p:sp>
      <p:pic>
        <p:nvPicPr>
          <p:cNvPr id="6" name="5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51443"/>
            <a:ext cx="8108011" cy="4608343"/>
          </a:xfrm>
        </p:spPr>
      </p:pic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8498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 de Inicio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78396" y="1808488"/>
            <a:ext cx="6995120" cy="4525963"/>
          </a:xfrm>
        </p:spPr>
        <p:txBody>
          <a:bodyPr>
            <a:normAutofit/>
          </a:bodyPr>
          <a:lstStyle/>
          <a:p>
            <a:r>
              <a:rPr lang="es-CO" dirty="0"/>
              <a:t>Identificar los requisitos del negocio: casos de uso.</a:t>
            </a:r>
          </a:p>
          <a:p>
            <a:r>
              <a:rPr lang="es-CO" dirty="0"/>
              <a:t>Arquitectura aproximada : subsistemas.</a:t>
            </a:r>
          </a:p>
          <a:p>
            <a:r>
              <a:rPr lang="es-CO" dirty="0"/>
              <a:t>Producir el plan de las fases y el de iteraciones: Recursos y evaluación de riesgo.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17</a:t>
            </a:fld>
            <a:endParaRPr lang="es-CO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020" y="3429000"/>
            <a:ext cx="4000804" cy="276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0634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 de elaboración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1845582"/>
            <a:ext cx="6070367" cy="3917032"/>
          </a:xfrm>
        </p:spPr>
        <p:txBody>
          <a:bodyPr>
            <a:normAutofit/>
          </a:bodyPr>
          <a:lstStyle/>
          <a:p>
            <a:r>
              <a:rPr lang="es-CO" dirty="0"/>
              <a:t>Refinan los casos de uso</a:t>
            </a:r>
          </a:p>
          <a:p>
            <a:r>
              <a:rPr lang="es-CO" dirty="0"/>
              <a:t>Expande la arquitectura que incluyen 5 visiones del software :</a:t>
            </a:r>
          </a:p>
          <a:p>
            <a:pPr lvl="1"/>
            <a:r>
              <a:rPr lang="es-CO" dirty="0"/>
              <a:t> Modelo de casos de uso, Modelo de análisis, modelo de diseño , modelo de implementación y modelo de despliegue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18</a:t>
            </a:fld>
            <a:endParaRPr lang="es-CO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285" y="3529924"/>
            <a:ext cx="9715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715663"/>
            <a:ext cx="22955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904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 de construcción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3283" y="1737361"/>
            <a:ext cx="7427168" cy="4637112"/>
          </a:xfrm>
        </p:spPr>
        <p:txBody>
          <a:bodyPr>
            <a:normAutofit/>
          </a:bodyPr>
          <a:lstStyle/>
          <a:p>
            <a:r>
              <a:rPr lang="es-CO" dirty="0"/>
              <a:t>Construyen los componentes del software</a:t>
            </a:r>
          </a:p>
          <a:p>
            <a:r>
              <a:rPr lang="es-CO" dirty="0"/>
              <a:t>Completa modelo de análisis y diseño</a:t>
            </a:r>
          </a:p>
          <a:p>
            <a:r>
              <a:rPr lang="es-CO" dirty="0"/>
              <a:t>Diseñar y ejecutar pruebas de unidad</a:t>
            </a:r>
          </a:p>
          <a:p>
            <a:r>
              <a:rPr lang="es-CO" dirty="0"/>
              <a:t>Diseñar y ejecutar pruebas de integración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19</a:t>
            </a:fld>
            <a:endParaRPr lang="es-CO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968" y="3645024"/>
            <a:ext cx="1830216" cy="3017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793420"/>
            <a:ext cx="2980284" cy="286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3007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 de transición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835592"/>
            <a:ext cx="6203032" cy="4525963"/>
          </a:xfrm>
        </p:spPr>
        <p:txBody>
          <a:bodyPr/>
          <a:lstStyle/>
          <a:p>
            <a:r>
              <a:rPr lang="es-CO" dirty="0"/>
              <a:t>Entrega de software usuarios finales</a:t>
            </a:r>
          </a:p>
          <a:p>
            <a:r>
              <a:rPr lang="es-CO" dirty="0"/>
              <a:t>Pruebas beta</a:t>
            </a:r>
          </a:p>
          <a:p>
            <a:r>
              <a:rPr lang="es-CO" dirty="0"/>
              <a:t>Hallar defectos y realizar retroalimentación</a:t>
            </a:r>
          </a:p>
          <a:p>
            <a:r>
              <a:rPr lang="es-CO" dirty="0"/>
              <a:t>Creación de manuales</a:t>
            </a:r>
          </a:p>
          <a:p>
            <a:r>
              <a:rPr lang="es-CO" dirty="0"/>
              <a:t>Entrega software final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20</a:t>
            </a:fld>
            <a:endParaRPr lang="es-CO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059" y="3919817"/>
            <a:ext cx="10191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861048"/>
            <a:ext cx="22955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9978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Flujos de Trabajo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83471" y="2276872"/>
            <a:ext cx="4546848" cy="4493096"/>
          </a:xfrm>
        </p:spPr>
        <p:txBody>
          <a:bodyPr>
            <a:normAutofit/>
          </a:bodyPr>
          <a:lstStyle/>
          <a:p>
            <a:r>
              <a:rPr lang="es-CO" dirty="0"/>
              <a:t>En PU se han agrupado las actividades en grupos lógicos definiéndose 9 flujos de trabajo principales</a:t>
            </a:r>
          </a:p>
          <a:p>
            <a:r>
              <a:rPr lang="es-CO" dirty="0"/>
              <a:t> los 6 primeros son conocidos como flujos de ingeniería </a:t>
            </a:r>
          </a:p>
          <a:p>
            <a:r>
              <a:rPr lang="es-CO" dirty="0"/>
              <a:t>los tres últimos como flujos de apoyo. 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21</a:t>
            </a:fld>
            <a:endParaRPr lang="es-C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211424"/>
            <a:ext cx="3091475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487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Modelado del negocio.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974" y="1970943"/>
            <a:ext cx="4546848" cy="4536504"/>
          </a:xfrm>
        </p:spPr>
        <p:txBody>
          <a:bodyPr>
            <a:normAutofit/>
          </a:bodyPr>
          <a:lstStyle/>
          <a:p>
            <a:r>
              <a:rPr lang="es-CO" dirty="0"/>
              <a:t>El objetivo es establecer un canal de comunicación entre los ingenieros del negocio y los ingenieros del software.</a:t>
            </a:r>
          </a:p>
          <a:p>
            <a:endParaRPr lang="es-CO" dirty="0"/>
          </a:p>
          <a:p>
            <a:r>
              <a:rPr lang="es-CO" dirty="0"/>
              <a:t>Los ingenieros del software deben conocer la estructura y dinámica de la organización objetivo, los problemas actuales y sus posibles mejoras.</a:t>
            </a:r>
          </a:p>
          <a:p>
            <a:pPr marL="0" indent="0">
              <a:buNone/>
            </a:pPr>
            <a:br>
              <a:rPr lang="es-CO" dirty="0"/>
            </a:b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88224" y="6309320"/>
            <a:ext cx="2133600" cy="365125"/>
          </a:xfrm>
        </p:spPr>
        <p:txBody>
          <a:bodyPr/>
          <a:lstStyle/>
          <a:p>
            <a:fld id="{A50F3CE0-6D0F-4EDB-9F1B-6001144D1BB4}" type="slidenum">
              <a:rPr lang="es-CO" smtClean="0"/>
              <a:t>22</a:t>
            </a:fld>
            <a:endParaRPr lang="es-CO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068960"/>
            <a:ext cx="4389902" cy="267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274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Requerimientos.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El objetivo es describir que es lo que tiene que hacer el sistema y poner a los desarrolladores y al cliente de acuerdo en esta  descripción.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23</a:t>
            </a:fld>
            <a:endParaRPr lang="es-CO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80928"/>
            <a:ext cx="7708398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007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Análisis y diseño</a:t>
            </a:r>
            <a:endParaRPr lang="es-CO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358944"/>
              </p:ext>
            </p:extLst>
          </p:nvPr>
        </p:nvGraphicFramePr>
        <p:xfrm>
          <a:off x="801289" y="1916832"/>
          <a:ext cx="7875167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51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Implementación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Se implementan las clases y objetos en términos de componentes (ficheros fuentes, binarios, ejecutables, entre otros).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25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871770"/>
            <a:ext cx="5183728" cy="299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80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Prueba.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Se comprueba que el funcionamiento es correcto analizando diversos aspectos: los objetos como unidades, la integración entre objetos, la implementación de todos los requisitos, entre otros.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26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896" y="3284984"/>
            <a:ext cx="3859421" cy="229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61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Despliegue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Se crea la versión externa del producto, se empaqueta, se distribuye y se instala en el lugar de trabajo. También se da asistencia y ayuda a los usuarios.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27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79" y="3245946"/>
            <a:ext cx="3672408" cy="262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95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/>
              <a:t>Gestión de configuraciones y cambios.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1924462"/>
            <a:ext cx="8229600" cy="4525963"/>
          </a:xfrm>
        </p:spPr>
        <p:txBody>
          <a:bodyPr>
            <a:normAutofit/>
          </a:bodyPr>
          <a:lstStyle/>
          <a:p>
            <a:r>
              <a:rPr lang="es-CO" dirty="0"/>
              <a:t>Gestiona aspectos como los sistemas de control de versiones.</a:t>
            </a:r>
          </a:p>
          <a:p>
            <a:r>
              <a:rPr lang="es-CO" dirty="0"/>
              <a:t> Controla las peticiones de cambios clasificándolas según su estado (nueva, registrada, aprobada, asignada, completa, entre otros).</a:t>
            </a:r>
          </a:p>
          <a:p>
            <a:r>
              <a:rPr lang="es-CO" dirty="0"/>
              <a:t>Los datos se almacenan en una base de datos y se pueden obtener informes periódicos.</a:t>
            </a:r>
          </a:p>
          <a:p>
            <a:r>
              <a:rPr lang="es-CO" dirty="0"/>
              <a:t> Herramientas  como </a:t>
            </a:r>
            <a:r>
              <a:rPr lang="es-CO" dirty="0" err="1"/>
              <a:t>Rational</a:t>
            </a:r>
            <a:r>
              <a:rPr lang="es-CO" dirty="0"/>
              <a:t> </a:t>
            </a:r>
            <a:r>
              <a:rPr lang="es-CO" dirty="0" err="1"/>
              <a:t>ClearQuest</a:t>
            </a:r>
            <a:r>
              <a:rPr lang="es-CO" dirty="0"/>
              <a:t> o </a:t>
            </a:r>
            <a:r>
              <a:rPr lang="es-CO" dirty="0" err="1"/>
              <a:t>Bugzilla</a:t>
            </a:r>
            <a:r>
              <a:rPr lang="es-CO" dirty="0"/>
              <a:t>. 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5678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Gestión del proyecto.</a:t>
            </a:r>
            <a:r>
              <a:rPr lang="es-CO" dirty="0"/>
              <a:t> 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 Encargada de definir los planes del proyecto global, los planes de fase y los planes de iteración.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233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Entorno.</a:t>
            </a:r>
            <a:r>
              <a:rPr lang="es-CO" dirty="0"/>
              <a:t> 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 Se centra en las actividades necesarias para configurar el proceso de un proyecto.</a:t>
            </a:r>
          </a:p>
          <a:p>
            <a:r>
              <a:rPr lang="es-CO" dirty="0"/>
              <a:t>   El objetivo es proveer a la organización de desarrollo software de un entorno de trabajo (que incluye procedimientos y herramientas) que soporten al equipo de desarrollo.       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0458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Productos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45618"/>
              </p:ext>
            </p:extLst>
          </p:nvPr>
        </p:nvGraphicFramePr>
        <p:xfrm>
          <a:off x="822325" y="1846263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929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Productos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384119"/>
              </p:ext>
            </p:extLst>
          </p:nvPr>
        </p:nvGraphicFramePr>
        <p:xfrm>
          <a:off x="822325" y="1846263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1972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Productos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265508"/>
              </p:ext>
            </p:extLst>
          </p:nvPr>
        </p:nvGraphicFramePr>
        <p:xfrm>
          <a:off x="822325" y="1846263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3653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Productos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682565"/>
              </p:ext>
            </p:extLst>
          </p:nvPr>
        </p:nvGraphicFramePr>
        <p:xfrm>
          <a:off x="467544" y="1340768"/>
          <a:ext cx="76200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9298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Roles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73811" y="1844824"/>
            <a:ext cx="3821049" cy="402336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s-CO" b="1" dirty="0"/>
              <a:t>Analistas:</a:t>
            </a:r>
          </a:p>
          <a:p>
            <a:pPr lvl="1" fontAlgn="base"/>
            <a:r>
              <a:rPr lang="es-CO" dirty="0"/>
              <a:t>Analista de procesos de negocio.</a:t>
            </a:r>
          </a:p>
          <a:p>
            <a:pPr lvl="1" fontAlgn="base"/>
            <a:r>
              <a:rPr lang="es-CO" dirty="0"/>
              <a:t>Diseñador del negocio.</a:t>
            </a:r>
          </a:p>
          <a:p>
            <a:pPr lvl="1" fontAlgn="base"/>
            <a:r>
              <a:rPr lang="es-CO" dirty="0"/>
              <a:t>Analista de sistema.</a:t>
            </a:r>
          </a:p>
          <a:p>
            <a:pPr lvl="1" fontAlgn="base"/>
            <a:r>
              <a:rPr lang="es-CO" dirty="0"/>
              <a:t>Especificador de requisitos.</a:t>
            </a:r>
          </a:p>
          <a:p>
            <a:pPr lvl="2"/>
            <a:endParaRPr lang="es-CO" dirty="0"/>
          </a:p>
          <a:p>
            <a:pPr fontAlgn="base"/>
            <a:r>
              <a:rPr lang="es-CO" b="1" dirty="0"/>
              <a:t>Desarrolladores:</a:t>
            </a:r>
          </a:p>
          <a:p>
            <a:pPr lvl="1" fontAlgn="base"/>
            <a:r>
              <a:rPr lang="es-CO" dirty="0"/>
              <a:t>Arquitecto de software.</a:t>
            </a:r>
          </a:p>
          <a:p>
            <a:pPr lvl="1" fontAlgn="base"/>
            <a:r>
              <a:rPr lang="es-CO" dirty="0"/>
              <a:t>Diseñador</a:t>
            </a:r>
          </a:p>
          <a:p>
            <a:pPr lvl="1" fontAlgn="base"/>
            <a:r>
              <a:rPr lang="es-CO" dirty="0"/>
              <a:t>Diseñador de interfaz de usuario</a:t>
            </a:r>
          </a:p>
          <a:p>
            <a:pPr lvl="1" fontAlgn="base"/>
            <a:r>
              <a:rPr lang="es-CO" dirty="0"/>
              <a:t>Diseñador de cápsulas.</a:t>
            </a:r>
          </a:p>
          <a:p>
            <a:pPr lvl="1" fontAlgn="base"/>
            <a:r>
              <a:rPr lang="es-CO" dirty="0"/>
              <a:t>Diseñador de base de datos.</a:t>
            </a:r>
          </a:p>
          <a:p>
            <a:pPr lvl="1" fontAlgn="base"/>
            <a:r>
              <a:rPr lang="es-CO" dirty="0"/>
              <a:t>Implementador.</a:t>
            </a:r>
          </a:p>
          <a:p>
            <a:pPr lvl="1" fontAlgn="base"/>
            <a:r>
              <a:rPr lang="es-CO" dirty="0"/>
              <a:t>Integrador.</a:t>
            </a:r>
          </a:p>
          <a:p>
            <a:pPr lvl="2"/>
            <a:endParaRPr lang="es-CO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35</a:t>
            </a:fld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5004048" y="1720404"/>
            <a:ext cx="4572000" cy="248478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s-CO" b="1" dirty="0">
                <a:solidFill>
                  <a:srgbClr val="363431"/>
                </a:solidFill>
                <a:latin typeface="Libre Baskerville"/>
              </a:rPr>
              <a:t>Gestores: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Jefe de proyecto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Jefe de control de cambios.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Jefe de configuración.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Jefe de pruebas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Jefe de despliegue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Ingeniero de procesos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Revisor de gestión del proyecto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Gestor de pruebas.</a:t>
            </a:r>
          </a:p>
        </p:txBody>
      </p:sp>
      <p:sp>
        <p:nvSpPr>
          <p:cNvPr id="9" name="Rectángulo 8"/>
          <p:cNvSpPr/>
          <p:nvPr/>
        </p:nvSpPr>
        <p:spPr>
          <a:xfrm>
            <a:off x="4860032" y="4384702"/>
            <a:ext cx="4572000" cy="113056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s-CO" b="1" dirty="0">
                <a:solidFill>
                  <a:srgbClr val="363431"/>
                </a:solidFill>
                <a:latin typeface="Libre Baskerville"/>
              </a:rPr>
              <a:t>Especialista en pruebas</a:t>
            </a:r>
            <a:r>
              <a:rPr lang="es-CO" dirty="0">
                <a:solidFill>
                  <a:srgbClr val="363431"/>
                </a:solidFill>
                <a:latin typeface="Libre Baskerville"/>
              </a:rPr>
              <a:t>: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Especialista en Pruebas (</a:t>
            </a:r>
            <a:r>
              <a:rPr lang="es-CO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tester</a:t>
            </a: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Analista de pruebas</a:t>
            </a:r>
          </a:p>
          <a:p>
            <a:pPr marL="384048" lvl="1" indent="-182880" fontAlgn="base">
              <a:lnSpc>
                <a:spcPct val="7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</a:pPr>
            <a:r>
              <a:rPr lang="es-CO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Diseñador de pruebas</a:t>
            </a:r>
          </a:p>
        </p:txBody>
      </p:sp>
    </p:spTree>
    <p:extLst>
      <p:ext uri="{BB962C8B-B14F-4D97-AF65-F5344CB8AC3E}">
        <p14:creationId xmlns:p14="http://schemas.microsoft.com/office/powerpoint/2010/main" val="2373418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521959"/>
              </p:ext>
            </p:extLst>
          </p:nvPr>
        </p:nvGraphicFramePr>
        <p:xfrm>
          <a:off x="822325" y="1846263"/>
          <a:ext cx="8070155" cy="1870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36</a:t>
            </a:fld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4005064"/>
            <a:ext cx="3384376" cy="18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06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903984"/>
              </p:ext>
            </p:extLst>
          </p:nvPr>
        </p:nvGraphicFramePr>
        <p:xfrm>
          <a:off x="822324" y="1846263"/>
          <a:ext cx="7710115" cy="4175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0181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Taller Aplicación RUP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Problema : Alquiler de Autos</a:t>
            </a:r>
            <a:endParaRPr lang="en-US" dirty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38</a:t>
            </a:fld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4864"/>
            <a:ext cx="7912153" cy="31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31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Taller Grupal – parte 1</a:t>
            </a:r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691832"/>
              </p:ext>
            </p:extLst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39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12033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Compromiso 1.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Con </a:t>
            </a:r>
            <a:r>
              <a:rPr lang="es-CO"/>
              <a:t>el problema </a:t>
            </a:r>
            <a:r>
              <a:rPr lang="es-CO" dirty="0"/>
              <a:t>seleccionado se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Proceso Uficado de software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3CE0-6D0F-4EDB-9F1B-6001144D1BB4}" type="slidenum">
              <a:rPr lang="es-CO" smtClean="0"/>
              <a:t>40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6587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412</TotalTime>
  <Words>1402</Words>
  <Application>Microsoft Office PowerPoint</Application>
  <PresentationFormat>Presentación en pantalla (4:3)</PresentationFormat>
  <Paragraphs>258</Paragraphs>
  <Slides>40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Calibri</vt:lpstr>
      <vt:lpstr>Calibri Light</vt:lpstr>
      <vt:lpstr>Libre Baskerville</vt:lpstr>
      <vt:lpstr>Retrospección</vt:lpstr>
      <vt:lpstr>Proceso Unificado de Desarrollo de Software</vt:lpstr>
      <vt:lpstr>Contenidos</vt:lpstr>
      <vt:lpstr>Que es un proceso de software?</vt:lpstr>
      <vt:lpstr>Proceso Unificado (PU) de Desarrollo de Software</vt:lpstr>
      <vt:lpstr>Antecedentes</vt:lpstr>
      <vt:lpstr>Antecedentes</vt:lpstr>
      <vt:lpstr>UML</vt:lpstr>
      <vt:lpstr>UML</vt:lpstr>
      <vt:lpstr>UML-Diagrama de casos de uso</vt:lpstr>
      <vt:lpstr>UML- Diagrama de clases</vt:lpstr>
      <vt:lpstr>Características</vt:lpstr>
      <vt:lpstr>Dirigido por casos de uso</vt:lpstr>
      <vt:lpstr>Centrado en la arquitectura </vt:lpstr>
      <vt:lpstr>Iterativo e incremental.</vt:lpstr>
      <vt:lpstr>UML</vt:lpstr>
      <vt:lpstr>Fases</vt:lpstr>
      <vt:lpstr>Fase de Inicio</vt:lpstr>
      <vt:lpstr>Fase de elaboración</vt:lpstr>
      <vt:lpstr>Fase de construcción</vt:lpstr>
      <vt:lpstr>Fase de transición</vt:lpstr>
      <vt:lpstr>Flujos de Trabajo</vt:lpstr>
      <vt:lpstr>Modelado del negocio.</vt:lpstr>
      <vt:lpstr>Requerimientos.</vt:lpstr>
      <vt:lpstr>Análisis y diseño</vt:lpstr>
      <vt:lpstr>Implementación</vt:lpstr>
      <vt:lpstr>Prueba.</vt:lpstr>
      <vt:lpstr>Despliegue</vt:lpstr>
      <vt:lpstr>Gestión de configuraciones y cambios.</vt:lpstr>
      <vt:lpstr>Gestión del proyecto. </vt:lpstr>
      <vt:lpstr>Entorno. </vt:lpstr>
      <vt:lpstr>Productos</vt:lpstr>
      <vt:lpstr>Productos</vt:lpstr>
      <vt:lpstr>Productos</vt:lpstr>
      <vt:lpstr>Productos</vt:lpstr>
      <vt:lpstr>Roles</vt:lpstr>
      <vt:lpstr>Ejemplo</vt:lpstr>
      <vt:lpstr>Ejemplo</vt:lpstr>
      <vt:lpstr>Taller Aplicación RUP</vt:lpstr>
      <vt:lpstr>Taller Grupal – parte 1</vt:lpstr>
      <vt:lpstr>Compromiso 1.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Unificado de Desarrollo de Software</dc:title>
  <dc:creator>DELL</dc:creator>
  <cp:lastModifiedBy>Carlos Henriquez Miranda</cp:lastModifiedBy>
  <cp:revision>64</cp:revision>
  <dcterms:created xsi:type="dcterms:W3CDTF">2018-03-09T19:08:14Z</dcterms:created>
  <dcterms:modified xsi:type="dcterms:W3CDTF">2025-02-19T00:44:44Z</dcterms:modified>
</cp:coreProperties>
</file>