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8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38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42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8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78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9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8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5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6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5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8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7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6468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101010 data lines to infinity">
            <a:extLst>
              <a:ext uri="{FF2B5EF4-FFF2-40B4-BE49-F238E27FC236}">
                <a16:creationId xmlns:a16="http://schemas.microsoft.com/office/drawing/2014/main" id="{FFC221AB-A75A-6824-F915-C9A125C71B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2780"/>
          <a:stretch/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B405338-F7C3-E0F5-8E8C-8FC2A641C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514475"/>
            <a:ext cx="8381999" cy="1995487"/>
          </a:xfrm>
        </p:spPr>
        <p:txBody>
          <a:bodyPr>
            <a:normAutofit fontScale="90000"/>
          </a:bodyPr>
          <a:lstStyle/>
          <a:p>
            <a:pPr algn="l"/>
            <a:r>
              <a:rPr lang="es-CO" sz="7400" dirty="0"/>
              <a:t>Arquitectura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0B47E2-4133-2FBF-8773-01A574067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8382000" cy="1338471"/>
          </a:xfrm>
        </p:spPr>
        <p:txBody>
          <a:bodyPr>
            <a:normAutofit/>
          </a:bodyPr>
          <a:lstStyle/>
          <a:p>
            <a:pPr algn="l"/>
            <a:r>
              <a:rPr lang="es-CO" dirty="0"/>
              <a:t>Ing. Carlos Henriquez</a:t>
            </a:r>
          </a:p>
        </p:txBody>
      </p:sp>
    </p:spTree>
    <p:extLst>
      <p:ext uri="{BB962C8B-B14F-4D97-AF65-F5344CB8AC3E}">
        <p14:creationId xmlns:p14="http://schemas.microsoft.com/office/powerpoint/2010/main" val="379532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A5514D3-F856-BB1F-68C9-23D1A6777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160" r="1" b="14610"/>
          <a:stretch/>
        </p:blipFill>
        <p:spPr>
          <a:xfrm>
            <a:off x="20" y="10"/>
            <a:ext cx="12191435" cy="68579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17E1A5F-4E44-495B-9C48-A5314F5BA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219199"/>
            <a:ext cx="12192001" cy="4733924"/>
          </a:xfrm>
          <a:prstGeom prst="rect">
            <a:avLst/>
          </a:prstGeom>
          <a:gradFill flip="none" rotWithShape="1">
            <a:gsLst>
              <a:gs pos="41000">
                <a:srgbClr val="000000">
                  <a:alpha val="40000"/>
                </a:srgbClr>
              </a:gs>
              <a:gs pos="60000">
                <a:srgbClr val="000000">
                  <a:alpha val="40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054128-00AA-8C87-B17F-1C9BE712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30315" y="2063645"/>
            <a:ext cx="10668000" cy="1985963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ctr"/>
            <a:r>
              <a:rPr lang="en-US" sz="8000" dirty="0">
                <a:solidFill>
                  <a:srgbClr val="FFFFFF"/>
                </a:solidFill>
              </a:rPr>
              <a:t>¿Que es?</a:t>
            </a:r>
          </a:p>
        </p:txBody>
      </p:sp>
    </p:spTree>
    <p:extLst>
      <p:ext uri="{BB962C8B-B14F-4D97-AF65-F5344CB8AC3E}">
        <p14:creationId xmlns:p14="http://schemas.microsoft.com/office/powerpoint/2010/main" val="158078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E5D404-C796-5472-2EFA-082A30E6B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523" y="885825"/>
            <a:ext cx="3810001" cy="1901824"/>
          </a:xfrm>
        </p:spPr>
        <p:txBody>
          <a:bodyPr anchor="b">
            <a:normAutofit/>
          </a:bodyPr>
          <a:lstStyle/>
          <a:p>
            <a:r>
              <a:rPr lang="es-CO" dirty="0"/>
              <a:t>¿Que ven?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7B6DEF-CC0A-A85F-0C5D-CE63C72F2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853" y="762000"/>
            <a:ext cx="5387340" cy="5334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B87D20-AB38-76C2-26A0-6C73E9811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524" y="3047999"/>
            <a:ext cx="3810000" cy="3048001"/>
          </a:xfrm>
        </p:spPr>
        <p:txBody>
          <a:bodyPr>
            <a:norm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792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127BE1-E762-C760-A35A-5FE61EEE4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523" y="885825"/>
            <a:ext cx="3810001" cy="1901824"/>
          </a:xfrm>
        </p:spPr>
        <p:txBody>
          <a:bodyPr anchor="b">
            <a:normAutofit/>
          </a:bodyPr>
          <a:lstStyle/>
          <a:p>
            <a:r>
              <a:rPr lang="es-CO" dirty="0"/>
              <a:t>¿Ahora?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5CB7F38-DF27-23D6-64BC-0464891C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06282"/>
            <a:ext cx="6095047" cy="4845435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123CE6-873C-97CC-64CA-B47A41083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524" y="3047999"/>
            <a:ext cx="3810000" cy="3048001"/>
          </a:xfrm>
        </p:spPr>
        <p:txBody>
          <a:bodyPr>
            <a:norm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2095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2256D7-AF54-F90E-8D5A-C8D6AA35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046" y="384176"/>
            <a:ext cx="8726774" cy="1139824"/>
          </a:xfrm>
        </p:spPr>
        <p:txBody>
          <a:bodyPr anchor="b">
            <a:normAutofit/>
          </a:bodyPr>
          <a:lstStyle/>
          <a:p>
            <a:r>
              <a:rPr lang="es-CO" sz="4100" dirty="0"/>
              <a:t>Arquitectura y diseño de software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77A5C4-1CCB-C5DA-54D5-005742364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632" y="1524000"/>
            <a:ext cx="8905257" cy="4808837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A92AAC-FB74-8BE7-A397-873B99D1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524" y="3047999"/>
            <a:ext cx="3810000" cy="3048001"/>
          </a:xfrm>
        </p:spPr>
        <p:txBody>
          <a:bodyPr>
            <a:norm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348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7CF8CB-3256-3998-EB07-1C8B8E154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351489"/>
            <a:ext cx="6095998" cy="1806574"/>
          </a:xfrm>
        </p:spPr>
        <p:txBody>
          <a:bodyPr anchor="b">
            <a:normAutofit/>
          </a:bodyPr>
          <a:lstStyle/>
          <a:p>
            <a:r>
              <a:rPr lang="es-MX" dirty="0"/>
              <a:t>Los estudiantes serán capaces de</a:t>
            </a:r>
            <a:endParaRPr lang="es-CO" dirty="0"/>
          </a:p>
        </p:txBody>
      </p:sp>
      <p:pic>
        <p:nvPicPr>
          <p:cNvPr id="5" name="Picture 4" descr="Cuadros blancos apilados">
            <a:extLst>
              <a:ext uri="{FF2B5EF4-FFF2-40B4-BE49-F238E27FC236}">
                <a16:creationId xmlns:a16="http://schemas.microsoft.com/office/drawing/2014/main" id="{5295DE47-9506-1369-055A-5E9D737273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38" r="37762"/>
          <a:stretch/>
        </p:blipFill>
        <p:spPr>
          <a:xfrm>
            <a:off x="7620000" y="10"/>
            <a:ext cx="4572002" cy="6857992"/>
          </a:xfrm>
          <a:custGeom>
            <a:avLst/>
            <a:gdLst/>
            <a:ahLst/>
            <a:cxnLst/>
            <a:rect l="l" t="t" r="r" b="b"/>
            <a:pathLst>
              <a:path w="4572002" h="6858002">
                <a:moveTo>
                  <a:pt x="276687" y="6438981"/>
                </a:moveTo>
                <a:cubicBezTo>
                  <a:pt x="286189" y="6444077"/>
                  <a:pt x="293666" y="6451650"/>
                  <a:pt x="296618" y="6463841"/>
                </a:cubicBezTo>
                <a:lnTo>
                  <a:pt x="296621" y="6463850"/>
                </a:lnTo>
                <a:lnTo>
                  <a:pt x="307605" y="6508052"/>
                </a:lnTo>
                <a:lnTo>
                  <a:pt x="310416" y="6513012"/>
                </a:lnTo>
                <a:lnTo>
                  <a:pt x="312883" y="6521804"/>
                </a:lnTo>
                <a:lnTo>
                  <a:pt x="329221" y="6546195"/>
                </a:lnTo>
                <a:lnTo>
                  <a:pt x="329221" y="6546194"/>
                </a:lnTo>
                <a:lnTo>
                  <a:pt x="310416" y="6513012"/>
                </a:lnTo>
                <a:lnTo>
                  <a:pt x="296621" y="6463850"/>
                </a:lnTo>
                <a:lnTo>
                  <a:pt x="296618" y="6463840"/>
                </a:lnTo>
                <a:close/>
                <a:moveTo>
                  <a:pt x="360891" y="2836172"/>
                </a:moveTo>
                <a:lnTo>
                  <a:pt x="360891" y="2836173"/>
                </a:lnTo>
                <a:cubicBezTo>
                  <a:pt x="364963" y="2839983"/>
                  <a:pt x="368249" y="2844317"/>
                  <a:pt x="369582" y="2848794"/>
                </a:cubicBezTo>
                <a:cubicBezTo>
                  <a:pt x="376249" y="2870416"/>
                  <a:pt x="384441" y="2892181"/>
                  <a:pt x="389490" y="2914328"/>
                </a:cubicBezTo>
                <a:lnTo>
                  <a:pt x="394121" y="2947863"/>
                </a:lnTo>
                <a:lnTo>
                  <a:pt x="390537" y="2982148"/>
                </a:lnTo>
                <a:cubicBezTo>
                  <a:pt x="382441" y="3014153"/>
                  <a:pt x="378631" y="3045777"/>
                  <a:pt x="378845" y="3077401"/>
                </a:cubicBezTo>
                <a:lnTo>
                  <a:pt x="378845" y="3077402"/>
                </a:lnTo>
                <a:lnTo>
                  <a:pt x="378845" y="3077402"/>
                </a:lnTo>
                <a:cubicBezTo>
                  <a:pt x="379059" y="3109026"/>
                  <a:pt x="383298" y="3140650"/>
                  <a:pt x="391299" y="3172655"/>
                </a:cubicBezTo>
                <a:cubicBezTo>
                  <a:pt x="417208" y="3276481"/>
                  <a:pt x="444640" y="3380306"/>
                  <a:pt x="438926" y="3489468"/>
                </a:cubicBezTo>
                <a:cubicBezTo>
                  <a:pt x="437974" y="3507564"/>
                  <a:pt x="449595" y="3529091"/>
                  <a:pt x="461025" y="3544714"/>
                </a:cubicBezTo>
                <a:cubicBezTo>
                  <a:pt x="466455" y="3552191"/>
                  <a:pt x="470634" y="3557716"/>
                  <a:pt x="473569" y="3562321"/>
                </a:cubicBezTo>
                <a:lnTo>
                  <a:pt x="478647" y="3574408"/>
                </a:lnTo>
                <a:lnTo>
                  <a:pt x="476296" y="3587174"/>
                </a:lnTo>
                <a:cubicBezTo>
                  <a:pt x="474277" y="3592232"/>
                  <a:pt x="471027" y="3598435"/>
                  <a:pt x="466549" y="3606817"/>
                </a:cubicBezTo>
                <a:cubicBezTo>
                  <a:pt x="462167" y="3614819"/>
                  <a:pt x="459501" y="3624725"/>
                  <a:pt x="453023" y="3630632"/>
                </a:cubicBezTo>
                <a:cubicBezTo>
                  <a:pt x="436545" y="3645682"/>
                  <a:pt x="430306" y="3662494"/>
                  <a:pt x="428782" y="3680163"/>
                </a:cubicBezTo>
                <a:lnTo>
                  <a:pt x="428782" y="3680164"/>
                </a:lnTo>
                <a:lnTo>
                  <a:pt x="428782" y="3680164"/>
                </a:lnTo>
                <a:lnTo>
                  <a:pt x="432830" y="3734838"/>
                </a:lnTo>
                <a:lnTo>
                  <a:pt x="432448" y="3754652"/>
                </a:lnTo>
                <a:cubicBezTo>
                  <a:pt x="426448" y="3767130"/>
                  <a:pt x="424496" y="3778655"/>
                  <a:pt x="426091" y="3789776"/>
                </a:cubicBezTo>
                <a:lnTo>
                  <a:pt x="426091" y="3789776"/>
                </a:lnTo>
                <a:lnTo>
                  <a:pt x="426091" y="3789777"/>
                </a:lnTo>
                <a:cubicBezTo>
                  <a:pt x="427687" y="3800897"/>
                  <a:pt x="432830" y="3811614"/>
                  <a:pt x="441022" y="3822473"/>
                </a:cubicBezTo>
                <a:lnTo>
                  <a:pt x="455357" y="3852620"/>
                </a:lnTo>
                <a:lnTo>
                  <a:pt x="454577" y="3868764"/>
                </a:lnTo>
                <a:cubicBezTo>
                  <a:pt x="453119" y="3874229"/>
                  <a:pt x="450356" y="3879766"/>
                  <a:pt x="445974" y="3885338"/>
                </a:cubicBezTo>
                <a:cubicBezTo>
                  <a:pt x="426543" y="3910104"/>
                  <a:pt x="416351" y="3935727"/>
                  <a:pt x="414089" y="3962159"/>
                </a:cubicBezTo>
                <a:lnTo>
                  <a:pt x="414089" y="3962160"/>
                </a:lnTo>
                <a:lnTo>
                  <a:pt x="414089" y="3962160"/>
                </a:lnTo>
                <a:cubicBezTo>
                  <a:pt x="411827" y="3988593"/>
                  <a:pt x="417495" y="4015835"/>
                  <a:pt x="429782" y="4043840"/>
                </a:cubicBezTo>
                <a:lnTo>
                  <a:pt x="444904" y="4103826"/>
                </a:lnTo>
                <a:lnTo>
                  <a:pt x="442936" y="4134255"/>
                </a:lnTo>
                <a:cubicBezTo>
                  <a:pt x="441094" y="4144498"/>
                  <a:pt x="438022" y="4154857"/>
                  <a:pt x="433592" y="4165383"/>
                </a:cubicBezTo>
                <a:cubicBezTo>
                  <a:pt x="430163" y="4173480"/>
                  <a:pt x="429592" y="4182767"/>
                  <a:pt x="429687" y="4192387"/>
                </a:cubicBezTo>
                <a:lnTo>
                  <a:pt x="429687" y="4192388"/>
                </a:lnTo>
                <a:lnTo>
                  <a:pt x="429687" y="4192388"/>
                </a:lnTo>
                <a:lnTo>
                  <a:pt x="429782" y="4221391"/>
                </a:lnTo>
                <a:lnTo>
                  <a:pt x="424066" y="4253014"/>
                </a:lnTo>
                <a:cubicBezTo>
                  <a:pt x="411873" y="4277401"/>
                  <a:pt x="396253" y="4300070"/>
                  <a:pt x="384250" y="4324645"/>
                </a:cubicBezTo>
                <a:cubicBezTo>
                  <a:pt x="378536" y="4336457"/>
                  <a:pt x="375488" y="4350554"/>
                  <a:pt x="375296" y="4363890"/>
                </a:cubicBezTo>
                <a:lnTo>
                  <a:pt x="375296" y="4363891"/>
                </a:lnTo>
                <a:lnTo>
                  <a:pt x="375296" y="4363891"/>
                </a:lnTo>
                <a:cubicBezTo>
                  <a:pt x="374344" y="4403326"/>
                  <a:pt x="374344" y="4442762"/>
                  <a:pt x="376058" y="4482005"/>
                </a:cubicBezTo>
                <a:cubicBezTo>
                  <a:pt x="378726" y="4546777"/>
                  <a:pt x="379298" y="4612501"/>
                  <a:pt x="436068" y="4659175"/>
                </a:cubicBezTo>
                <a:cubicBezTo>
                  <a:pt x="440640" y="4662987"/>
                  <a:pt x="443308" y="4671177"/>
                  <a:pt x="444070" y="4677656"/>
                </a:cubicBezTo>
                <a:cubicBezTo>
                  <a:pt x="447689" y="4707565"/>
                  <a:pt x="448071" y="4738236"/>
                  <a:pt x="453977" y="4767765"/>
                </a:cubicBezTo>
                <a:lnTo>
                  <a:pt x="455286" y="4800483"/>
                </a:lnTo>
                <a:lnTo>
                  <a:pt x="440450" y="4828916"/>
                </a:lnTo>
                <a:cubicBezTo>
                  <a:pt x="423877" y="4846490"/>
                  <a:pt x="412446" y="4866958"/>
                  <a:pt x="410740" y="4889275"/>
                </a:cubicBezTo>
                <a:lnTo>
                  <a:pt x="410740" y="4889275"/>
                </a:lnTo>
                <a:lnTo>
                  <a:pt x="410740" y="4889276"/>
                </a:lnTo>
                <a:cubicBezTo>
                  <a:pt x="410172" y="4896714"/>
                  <a:pt x="410683" y="4904358"/>
                  <a:pt x="412445" y="4912169"/>
                </a:cubicBezTo>
                <a:lnTo>
                  <a:pt x="413848" y="4933805"/>
                </a:lnTo>
                <a:lnTo>
                  <a:pt x="409088" y="4952673"/>
                </a:lnTo>
                <a:cubicBezTo>
                  <a:pt x="404302" y="4964604"/>
                  <a:pt x="396729" y="4975511"/>
                  <a:pt x="389013" y="4987037"/>
                </a:cubicBezTo>
                <a:cubicBezTo>
                  <a:pt x="377774" y="5003801"/>
                  <a:pt x="363676" y="5022852"/>
                  <a:pt x="362534" y="5041521"/>
                </a:cubicBezTo>
                <a:cubicBezTo>
                  <a:pt x="360677" y="5073241"/>
                  <a:pt x="338137" y="5101639"/>
                  <a:pt x="336386" y="5133224"/>
                </a:cubicBezTo>
                <a:lnTo>
                  <a:pt x="336386" y="5133225"/>
                </a:lnTo>
                <a:lnTo>
                  <a:pt x="336386" y="5133225"/>
                </a:lnTo>
                <a:lnTo>
                  <a:pt x="343101" y="5166114"/>
                </a:lnTo>
                <a:lnTo>
                  <a:pt x="342411" y="5172090"/>
                </a:lnTo>
                <a:cubicBezTo>
                  <a:pt x="341530" y="5174400"/>
                  <a:pt x="340339" y="5176876"/>
                  <a:pt x="339863" y="5179067"/>
                </a:cubicBezTo>
                <a:lnTo>
                  <a:pt x="339863" y="5179068"/>
                </a:lnTo>
                <a:lnTo>
                  <a:pt x="339863" y="5179068"/>
                </a:lnTo>
                <a:cubicBezTo>
                  <a:pt x="332623" y="5214122"/>
                  <a:pt x="339673" y="5247079"/>
                  <a:pt x="363486" y="5272797"/>
                </a:cubicBezTo>
                <a:cubicBezTo>
                  <a:pt x="379013" y="5289657"/>
                  <a:pt x="387538" y="5307422"/>
                  <a:pt x="390920" y="5326163"/>
                </a:cubicBezTo>
                <a:lnTo>
                  <a:pt x="392366" y="5355014"/>
                </a:lnTo>
                <a:lnTo>
                  <a:pt x="387489" y="5385384"/>
                </a:lnTo>
                <a:cubicBezTo>
                  <a:pt x="384250" y="5398721"/>
                  <a:pt x="381964" y="5412057"/>
                  <a:pt x="379298" y="5425582"/>
                </a:cubicBezTo>
                <a:cubicBezTo>
                  <a:pt x="375488" y="5443870"/>
                  <a:pt x="371486" y="5462351"/>
                  <a:pt x="367676" y="5480637"/>
                </a:cubicBezTo>
                <a:cubicBezTo>
                  <a:pt x="365771" y="5489497"/>
                  <a:pt x="363200" y="5498832"/>
                  <a:pt x="363152" y="5507667"/>
                </a:cubicBezTo>
                <a:lnTo>
                  <a:pt x="363152" y="5507668"/>
                </a:lnTo>
                <a:lnTo>
                  <a:pt x="363152" y="5507668"/>
                </a:lnTo>
                <a:cubicBezTo>
                  <a:pt x="363105" y="5516503"/>
                  <a:pt x="365581" y="5524837"/>
                  <a:pt x="373772" y="5531694"/>
                </a:cubicBezTo>
                <a:lnTo>
                  <a:pt x="383918" y="5547578"/>
                </a:lnTo>
                <a:lnTo>
                  <a:pt x="374344" y="5562746"/>
                </a:lnTo>
                <a:cubicBezTo>
                  <a:pt x="331671" y="5600467"/>
                  <a:pt x="305000" y="5646189"/>
                  <a:pt x="303096" y="5704483"/>
                </a:cubicBezTo>
                <a:cubicBezTo>
                  <a:pt x="302714" y="5716485"/>
                  <a:pt x="300048" y="5728678"/>
                  <a:pt x="297190" y="5740488"/>
                </a:cubicBezTo>
                <a:cubicBezTo>
                  <a:pt x="295475" y="5747728"/>
                  <a:pt x="293569" y="5756493"/>
                  <a:pt x="288425" y="5760873"/>
                </a:cubicBezTo>
                <a:cubicBezTo>
                  <a:pt x="249182" y="5794974"/>
                  <a:pt x="221939" y="5837457"/>
                  <a:pt x="200030" y="5883751"/>
                </a:cubicBezTo>
                <a:cubicBezTo>
                  <a:pt x="192220" y="5900323"/>
                  <a:pt x="184410" y="5918042"/>
                  <a:pt x="182124" y="5935949"/>
                </a:cubicBezTo>
                <a:lnTo>
                  <a:pt x="182124" y="5935950"/>
                </a:lnTo>
                <a:lnTo>
                  <a:pt x="182124" y="5935950"/>
                </a:lnTo>
                <a:cubicBezTo>
                  <a:pt x="179838" y="5954618"/>
                  <a:pt x="183648" y="5974241"/>
                  <a:pt x="185744" y="5993292"/>
                </a:cubicBezTo>
                <a:cubicBezTo>
                  <a:pt x="186886" y="6004532"/>
                  <a:pt x="186696" y="6017486"/>
                  <a:pt x="192220" y="6026441"/>
                </a:cubicBezTo>
                <a:cubicBezTo>
                  <a:pt x="209557" y="6054826"/>
                  <a:pt x="228225" y="6082259"/>
                  <a:pt x="248420" y="6108739"/>
                </a:cubicBezTo>
                <a:lnTo>
                  <a:pt x="262113" y="6133315"/>
                </a:lnTo>
                <a:lnTo>
                  <a:pt x="258413" y="6143190"/>
                </a:lnTo>
                <a:cubicBezTo>
                  <a:pt x="255862" y="6146732"/>
                  <a:pt x="251944" y="6150697"/>
                  <a:pt x="246514" y="6155602"/>
                </a:cubicBezTo>
                <a:cubicBezTo>
                  <a:pt x="224225" y="6175797"/>
                  <a:pt x="212605" y="6200944"/>
                  <a:pt x="207843" y="6228756"/>
                </a:cubicBezTo>
                <a:cubicBezTo>
                  <a:pt x="200412" y="6272764"/>
                  <a:pt x="194126" y="6317151"/>
                  <a:pt x="190506" y="6361539"/>
                </a:cubicBezTo>
                <a:lnTo>
                  <a:pt x="190506" y="6361540"/>
                </a:lnTo>
                <a:lnTo>
                  <a:pt x="190506" y="6361540"/>
                </a:lnTo>
                <a:lnTo>
                  <a:pt x="190704" y="6365039"/>
                </a:lnTo>
                <a:lnTo>
                  <a:pt x="191995" y="6387910"/>
                </a:lnTo>
                <a:lnTo>
                  <a:pt x="194825" y="6393746"/>
                </a:lnTo>
                <a:lnTo>
                  <a:pt x="201413" y="6407333"/>
                </a:lnTo>
                <a:lnTo>
                  <a:pt x="201413" y="6407332"/>
                </a:lnTo>
                <a:lnTo>
                  <a:pt x="194825" y="6393746"/>
                </a:lnTo>
                <a:lnTo>
                  <a:pt x="191995" y="6387910"/>
                </a:lnTo>
                <a:lnTo>
                  <a:pt x="190704" y="6365039"/>
                </a:lnTo>
                <a:lnTo>
                  <a:pt x="190506" y="6361540"/>
                </a:lnTo>
                <a:lnTo>
                  <a:pt x="207843" y="6228757"/>
                </a:lnTo>
                <a:cubicBezTo>
                  <a:pt x="212605" y="6200945"/>
                  <a:pt x="224225" y="6175798"/>
                  <a:pt x="246514" y="6155603"/>
                </a:cubicBezTo>
                <a:cubicBezTo>
                  <a:pt x="257374" y="6145793"/>
                  <a:pt x="262184" y="6139745"/>
                  <a:pt x="262113" y="6133315"/>
                </a:cubicBezTo>
                <a:lnTo>
                  <a:pt x="262113" y="6133315"/>
                </a:lnTo>
                <a:lnTo>
                  <a:pt x="262113" y="6133314"/>
                </a:lnTo>
                <a:cubicBezTo>
                  <a:pt x="262042" y="6126884"/>
                  <a:pt x="257088" y="6120074"/>
                  <a:pt x="248420" y="6108738"/>
                </a:cubicBezTo>
                <a:cubicBezTo>
                  <a:pt x="228225" y="6082258"/>
                  <a:pt x="209557" y="6054825"/>
                  <a:pt x="192220" y="6026440"/>
                </a:cubicBezTo>
                <a:cubicBezTo>
                  <a:pt x="186696" y="6017485"/>
                  <a:pt x="186886" y="6004531"/>
                  <a:pt x="185744" y="5993291"/>
                </a:cubicBezTo>
                <a:cubicBezTo>
                  <a:pt x="184696" y="5983766"/>
                  <a:pt x="183220" y="5974097"/>
                  <a:pt x="182291" y="5964477"/>
                </a:cubicBezTo>
                <a:lnTo>
                  <a:pt x="182124" y="5935950"/>
                </a:lnTo>
                <a:lnTo>
                  <a:pt x="189006" y="5909351"/>
                </a:lnTo>
                <a:cubicBezTo>
                  <a:pt x="192220" y="5900611"/>
                  <a:pt x="196125" y="5892038"/>
                  <a:pt x="200030" y="5883752"/>
                </a:cubicBezTo>
                <a:cubicBezTo>
                  <a:pt x="221939" y="5837458"/>
                  <a:pt x="249182" y="5794975"/>
                  <a:pt x="288425" y="5760874"/>
                </a:cubicBezTo>
                <a:cubicBezTo>
                  <a:pt x="293569" y="5756494"/>
                  <a:pt x="295475" y="5747729"/>
                  <a:pt x="297190" y="5740489"/>
                </a:cubicBezTo>
                <a:cubicBezTo>
                  <a:pt x="300048" y="5728679"/>
                  <a:pt x="302714" y="5716486"/>
                  <a:pt x="303096" y="5704484"/>
                </a:cubicBezTo>
                <a:cubicBezTo>
                  <a:pt x="305000" y="5646190"/>
                  <a:pt x="331671" y="5600468"/>
                  <a:pt x="374344" y="5562747"/>
                </a:cubicBezTo>
                <a:cubicBezTo>
                  <a:pt x="380441" y="5557318"/>
                  <a:pt x="383823" y="5552508"/>
                  <a:pt x="383918" y="5547579"/>
                </a:cubicBezTo>
                <a:lnTo>
                  <a:pt x="383918" y="5547578"/>
                </a:lnTo>
                <a:lnTo>
                  <a:pt x="383918" y="5547578"/>
                </a:lnTo>
                <a:cubicBezTo>
                  <a:pt x="384013" y="5542648"/>
                  <a:pt x="380822" y="5537600"/>
                  <a:pt x="373772" y="5531693"/>
                </a:cubicBezTo>
                <a:cubicBezTo>
                  <a:pt x="369677" y="5528265"/>
                  <a:pt x="367010" y="5524467"/>
                  <a:pt x="365373" y="5520422"/>
                </a:cubicBezTo>
                <a:lnTo>
                  <a:pt x="363152" y="5507668"/>
                </a:lnTo>
                <a:lnTo>
                  <a:pt x="367676" y="5480638"/>
                </a:lnTo>
                <a:cubicBezTo>
                  <a:pt x="371486" y="5462352"/>
                  <a:pt x="375488" y="5443871"/>
                  <a:pt x="379298" y="5425583"/>
                </a:cubicBezTo>
                <a:cubicBezTo>
                  <a:pt x="381964" y="5412058"/>
                  <a:pt x="384250" y="5398722"/>
                  <a:pt x="387489" y="5385385"/>
                </a:cubicBezTo>
                <a:cubicBezTo>
                  <a:pt x="390014" y="5375003"/>
                  <a:pt x="391717" y="5364883"/>
                  <a:pt x="392366" y="5355015"/>
                </a:cubicBezTo>
                <a:lnTo>
                  <a:pt x="392366" y="5355014"/>
                </a:lnTo>
                <a:lnTo>
                  <a:pt x="392366" y="5355014"/>
                </a:lnTo>
                <a:cubicBezTo>
                  <a:pt x="394313" y="5325412"/>
                  <a:pt x="386776" y="5298086"/>
                  <a:pt x="363486" y="5272796"/>
                </a:cubicBezTo>
                <a:cubicBezTo>
                  <a:pt x="351580" y="5259937"/>
                  <a:pt x="343864" y="5245269"/>
                  <a:pt x="340030" y="5229433"/>
                </a:cubicBezTo>
                <a:lnTo>
                  <a:pt x="339863" y="5179068"/>
                </a:lnTo>
                <a:lnTo>
                  <a:pt x="342411" y="5172091"/>
                </a:lnTo>
                <a:cubicBezTo>
                  <a:pt x="343292" y="5169781"/>
                  <a:pt x="343863" y="5167638"/>
                  <a:pt x="343101" y="5166114"/>
                </a:cubicBezTo>
                <a:lnTo>
                  <a:pt x="343101" y="5166114"/>
                </a:lnTo>
                <a:lnTo>
                  <a:pt x="343101" y="5166113"/>
                </a:lnTo>
                <a:lnTo>
                  <a:pt x="336386" y="5133225"/>
                </a:lnTo>
                <a:lnTo>
                  <a:pt x="343531" y="5102461"/>
                </a:lnTo>
                <a:cubicBezTo>
                  <a:pt x="350866" y="5082339"/>
                  <a:pt x="361296" y="5062669"/>
                  <a:pt x="362534" y="5041522"/>
                </a:cubicBezTo>
                <a:cubicBezTo>
                  <a:pt x="363676" y="5022853"/>
                  <a:pt x="377774" y="5003802"/>
                  <a:pt x="389013" y="4987038"/>
                </a:cubicBezTo>
                <a:cubicBezTo>
                  <a:pt x="400587" y="4969748"/>
                  <a:pt x="411839" y="4953853"/>
                  <a:pt x="413848" y="4933805"/>
                </a:cubicBezTo>
                <a:lnTo>
                  <a:pt x="413848" y="4933805"/>
                </a:lnTo>
                <a:lnTo>
                  <a:pt x="413848" y="4933804"/>
                </a:lnTo>
                <a:cubicBezTo>
                  <a:pt x="414517" y="4927122"/>
                  <a:pt x="414160" y="4919978"/>
                  <a:pt x="412445" y="4912168"/>
                </a:cubicBezTo>
                <a:lnTo>
                  <a:pt x="410740" y="4889275"/>
                </a:lnTo>
                <a:lnTo>
                  <a:pt x="415518" y="4867614"/>
                </a:lnTo>
                <a:cubicBezTo>
                  <a:pt x="420638" y="4853635"/>
                  <a:pt x="429401" y="4840633"/>
                  <a:pt x="440450" y="4828917"/>
                </a:cubicBezTo>
                <a:cubicBezTo>
                  <a:pt x="448833" y="4819964"/>
                  <a:pt x="453405" y="4810581"/>
                  <a:pt x="455286" y="4800484"/>
                </a:cubicBezTo>
                <a:lnTo>
                  <a:pt x="455286" y="4800483"/>
                </a:lnTo>
                <a:lnTo>
                  <a:pt x="455286" y="4800483"/>
                </a:lnTo>
                <a:cubicBezTo>
                  <a:pt x="457168" y="4790386"/>
                  <a:pt x="456358" y="4779575"/>
                  <a:pt x="453977" y="4767764"/>
                </a:cubicBezTo>
                <a:cubicBezTo>
                  <a:pt x="448071" y="4738235"/>
                  <a:pt x="447689" y="4707564"/>
                  <a:pt x="444070" y="4677655"/>
                </a:cubicBezTo>
                <a:cubicBezTo>
                  <a:pt x="443308" y="4671176"/>
                  <a:pt x="440640" y="4662986"/>
                  <a:pt x="436068" y="4659174"/>
                </a:cubicBezTo>
                <a:cubicBezTo>
                  <a:pt x="379298" y="4612500"/>
                  <a:pt x="378726" y="4546776"/>
                  <a:pt x="376058" y="4482004"/>
                </a:cubicBezTo>
                <a:lnTo>
                  <a:pt x="375296" y="4363891"/>
                </a:lnTo>
                <a:lnTo>
                  <a:pt x="384250" y="4324646"/>
                </a:lnTo>
                <a:cubicBezTo>
                  <a:pt x="396253" y="4300071"/>
                  <a:pt x="411873" y="4277402"/>
                  <a:pt x="424066" y="4253015"/>
                </a:cubicBezTo>
                <a:cubicBezTo>
                  <a:pt x="428830" y="4243873"/>
                  <a:pt x="429020" y="4232061"/>
                  <a:pt x="429782" y="4221392"/>
                </a:cubicBezTo>
                <a:lnTo>
                  <a:pt x="429782" y="4221391"/>
                </a:lnTo>
                <a:lnTo>
                  <a:pt x="429782" y="4221391"/>
                </a:lnTo>
                <a:lnTo>
                  <a:pt x="429687" y="4192388"/>
                </a:lnTo>
                <a:lnTo>
                  <a:pt x="433592" y="4165384"/>
                </a:lnTo>
                <a:cubicBezTo>
                  <a:pt x="442451" y="4144333"/>
                  <a:pt x="445880" y="4123948"/>
                  <a:pt x="444904" y="4103826"/>
                </a:cubicBezTo>
                <a:lnTo>
                  <a:pt x="444904" y="4103826"/>
                </a:lnTo>
                <a:lnTo>
                  <a:pt x="444904" y="4103825"/>
                </a:lnTo>
                <a:cubicBezTo>
                  <a:pt x="443928" y="4083702"/>
                  <a:pt x="438546" y="4063842"/>
                  <a:pt x="429782" y="4043839"/>
                </a:cubicBezTo>
                <a:cubicBezTo>
                  <a:pt x="423639" y="4029837"/>
                  <a:pt x="419150" y="4016025"/>
                  <a:pt x="416480" y="4002410"/>
                </a:cubicBezTo>
                <a:lnTo>
                  <a:pt x="414089" y="3962160"/>
                </a:lnTo>
                <a:lnTo>
                  <a:pt x="423593" y="3923125"/>
                </a:lnTo>
                <a:cubicBezTo>
                  <a:pt x="428853" y="3910319"/>
                  <a:pt x="436259" y="3897722"/>
                  <a:pt x="445974" y="3885339"/>
                </a:cubicBezTo>
                <a:cubicBezTo>
                  <a:pt x="454738" y="3874195"/>
                  <a:pt x="457024" y="3863193"/>
                  <a:pt x="455357" y="3852620"/>
                </a:cubicBezTo>
                <a:lnTo>
                  <a:pt x="455357" y="3852620"/>
                </a:lnTo>
                <a:lnTo>
                  <a:pt x="455357" y="3852619"/>
                </a:lnTo>
                <a:cubicBezTo>
                  <a:pt x="453691" y="3842046"/>
                  <a:pt x="448071" y="3831902"/>
                  <a:pt x="441022" y="3822472"/>
                </a:cubicBezTo>
                <a:lnTo>
                  <a:pt x="426091" y="3789776"/>
                </a:lnTo>
                <a:lnTo>
                  <a:pt x="432448" y="3754653"/>
                </a:lnTo>
                <a:cubicBezTo>
                  <a:pt x="435116" y="3749126"/>
                  <a:pt x="433782" y="3741316"/>
                  <a:pt x="432830" y="3734838"/>
                </a:cubicBezTo>
                <a:lnTo>
                  <a:pt x="432830" y="3734838"/>
                </a:lnTo>
                <a:lnTo>
                  <a:pt x="432830" y="3734837"/>
                </a:lnTo>
                <a:lnTo>
                  <a:pt x="428782" y="3680164"/>
                </a:lnTo>
                <a:lnTo>
                  <a:pt x="435295" y="3654416"/>
                </a:lnTo>
                <a:cubicBezTo>
                  <a:pt x="439105" y="3646123"/>
                  <a:pt x="444784" y="3638158"/>
                  <a:pt x="453023" y="3630633"/>
                </a:cubicBezTo>
                <a:cubicBezTo>
                  <a:pt x="459501" y="3624726"/>
                  <a:pt x="462167" y="3614820"/>
                  <a:pt x="466549" y="3606818"/>
                </a:cubicBezTo>
                <a:cubicBezTo>
                  <a:pt x="475504" y="3590054"/>
                  <a:pt x="479552" y="3582005"/>
                  <a:pt x="478647" y="3574409"/>
                </a:cubicBezTo>
                <a:lnTo>
                  <a:pt x="478647" y="3574408"/>
                </a:lnTo>
                <a:lnTo>
                  <a:pt x="478647" y="3574408"/>
                </a:lnTo>
                <a:cubicBezTo>
                  <a:pt x="477742" y="3566811"/>
                  <a:pt x="471884" y="3559668"/>
                  <a:pt x="461025" y="3544713"/>
                </a:cubicBezTo>
                <a:cubicBezTo>
                  <a:pt x="449595" y="3529090"/>
                  <a:pt x="437974" y="3507563"/>
                  <a:pt x="438926" y="3489467"/>
                </a:cubicBezTo>
                <a:cubicBezTo>
                  <a:pt x="444640" y="3380305"/>
                  <a:pt x="417208" y="3276480"/>
                  <a:pt x="391299" y="3172654"/>
                </a:cubicBezTo>
                <a:lnTo>
                  <a:pt x="378845" y="3077402"/>
                </a:lnTo>
                <a:lnTo>
                  <a:pt x="390537" y="2982149"/>
                </a:lnTo>
                <a:cubicBezTo>
                  <a:pt x="393490" y="2970576"/>
                  <a:pt x="394491" y="2959157"/>
                  <a:pt x="394121" y="2947863"/>
                </a:cubicBezTo>
                <a:lnTo>
                  <a:pt x="394121" y="2947863"/>
                </a:lnTo>
                <a:lnTo>
                  <a:pt x="394121" y="2947862"/>
                </a:lnTo>
                <a:cubicBezTo>
                  <a:pt x="393014" y="2913982"/>
                  <a:pt x="379583" y="2881226"/>
                  <a:pt x="369582" y="2848793"/>
                </a:cubicBezTo>
                <a:close/>
                <a:moveTo>
                  <a:pt x="845377" y="1508458"/>
                </a:moveTo>
                <a:lnTo>
                  <a:pt x="873470" y="1596213"/>
                </a:lnTo>
                <a:cubicBezTo>
                  <a:pt x="875947" y="1604978"/>
                  <a:pt x="874422" y="1615836"/>
                  <a:pt x="871566" y="1624980"/>
                </a:cubicBezTo>
                <a:cubicBezTo>
                  <a:pt x="861850" y="1656223"/>
                  <a:pt x="837464" y="1676036"/>
                  <a:pt x="814984" y="1697753"/>
                </a:cubicBezTo>
                <a:cubicBezTo>
                  <a:pt x="805078" y="1707279"/>
                  <a:pt x="798030" y="1720423"/>
                  <a:pt x="792316" y="1733188"/>
                </a:cubicBezTo>
                <a:cubicBezTo>
                  <a:pt x="777644" y="1766335"/>
                  <a:pt x="764501" y="1800246"/>
                  <a:pt x="750595" y="1833775"/>
                </a:cubicBezTo>
                <a:cubicBezTo>
                  <a:pt x="749261" y="1837013"/>
                  <a:pt x="745832" y="1839679"/>
                  <a:pt x="742974" y="1842158"/>
                </a:cubicBezTo>
                <a:cubicBezTo>
                  <a:pt x="712873" y="1866922"/>
                  <a:pt x="682584" y="1891497"/>
                  <a:pt x="652483" y="1916454"/>
                </a:cubicBezTo>
                <a:cubicBezTo>
                  <a:pt x="646769" y="1921216"/>
                  <a:pt x="642577" y="1928076"/>
                  <a:pt x="637053" y="1933219"/>
                </a:cubicBezTo>
                <a:cubicBezTo>
                  <a:pt x="629433" y="1940459"/>
                  <a:pt x="622192" y="1949603"/>
                  <a:pt x="613048" y="1953413"/>
                </a:cubicBezTo>
                <a:cubicBezTo>
                  <a:pt x="584283" y="1965224"/>
                  <a:pt x="571899" y="1987894"/>
                  <a:pt x="566565" y="2016469"/>
                </a:cubicBezTo>
                <a:cubicBezTo>
                  <a:pt x="561612" y="2042570"/>
                  <a:pt x="557420" y="2068669"/>
                  <a:pt x="551706" y="2094578"/>
                </a:cubicBezTo>
                <a:cubicBezTo>
                  <a:pt x="544848" y="2126201"/>
                  <a:pt x="537418" y="2157636"/>
                  <a:pt x="529035" y="2188879"/>
                </a:cubicBezTo>
                <a:cubicBezTo>
                  <a:pt x="525415" y="2202404"/>
                  <a:pt x="521225" y="2216692"/>
                  <a:pt x="513795" y="2228314"/>
                </a:cubicBezTo>
                <a:cubicBezTo>
                  <a:pt x="493220" y="2260890"/>
                  <a:pt x="479314" y="2295753"/>
                  <a:pt x="484838" y="2334044"/>
                </a:cubicBezTo>
                <a:cubicBezTo>
                  <a:pt x="489220" y="2364715"/>
                  <a:pt x="477980" y="2390434"/>
                  <a:pt x="460453" y="2409485"/>
                </a:cubicBezTo>
                <a:cubicBezTo>
                  <a:pt x="444546" y="2426822"/>
                  <a:pt x="438402" y="2444777"/>
                  <a:pt x="437521" y="2463017"/>
                </a:cubicBezTo>
                <a:lnTo>
                  <a:pt x="437521" y="2463018"/>
                </a:lnTo>
                <a:lnTo>
                  <a:pt x="437521" y="2463019"/>
                </a:lnTo>
                <a:cubicBezTo>
                  <a:pt x="436640" y="2481259"/>
                  <a:pt x="441021" y="2499786"/>
                  <a:pt x="446164" y="2518265"/>
                </a:cubicBezTo>
                <a:lnTo>
                  <a:pt x="449808" y="2545007"/>
                </a:lnTo>
                <a:lnTo>
                  <a:pt x="445594" y="2571034"/>
                </a:lnTo>
                <a:cubicBezTo>
                  <a:pt x="433592" y="2612945"/>
                  <a:pt x="401015" y="2640950"/>
                  <a:pt x="372440" y="2668001"/>
                </a:cubicBezTo>
                <a:cubicBezTo>
                  <a:pt x="348055" y="2691054"/>
                  <a:pt x="334339" y="2716963"/>
                  <a:pt x="324050" y="2745348"/>
                </a:cubicBezTo>
                <a:lnTo>
                  <a:pt x="324050" y="2745352"/>
                </a:lnTo>
                <a:lnTo>
                  <a:pt x="317719" y="2770757"/>
                </a:lnTo>
                <a:lnTo>
                  <a:pt x="318129" y="2778006"/>
                </a:lnTo>
                <a:lnTo>
                  <a:pt x="317350" y="2782305"/>
                </a:lnTo>
                <a:lnTo>
                  <a:pt x="318550" y="2785440"/>
                </a:lnTo>
                <a:lnTo>
                  <a:pt x="318978" y="2793023"/>
                </a:lnTo>
                <a:lnTo>
                  <a:pt x="328628" y="2811780"/>
                </a:lnTo>
                <a:lnTo>
                  <a:pt x="328631" y="2811787"/>
                </a:lnTo>
                <a:lnTo>
                  <a:pt x="328632" y="2811787"/>
                </a:lnTo>
                <a:lnTo>
                  <a:pt x="328628" y="2811780"/>
                </a:lnTo>
                <a:lnTo>
                  <a:pt x="318550" y="2785440"/>
                </a:lnTo>
                <a:lnTo>
                  <a:pt x="318129" y="2778006"/>
                </a:lnTo>
                <a:lnTo>
                  <a:pt x="324050" y="2745352"/>
                </a:lnTo>
                <a:lnTo>
                  <a:pt x="324050" y="2745349"/>
                </a:lnTo>
                <a:cubicBezTo>
                  <a:pt x="334339" y="2716964"/>
                  <a:pt x="348055" y="2691055"/>
                  <a:pt x="372440" y="2668002"/>
                </a:cubicBezTo>
                <a:cubicBezTo>
                  <a:pt x="401015" y="2640951"/>
                  <a:pt x="433592" y="2612946"/>
                  <a:pt x="445594" y="2571035"/>
                </a:cubicBezTo>
                <a:cubicBezTo>
                  <a:pt x="448166" y="2561986"/>
                  <a:pt x="449642" y="2553556"/>
                  <a:pt x="449809" y="2545007"/>
                </a:cubicBezTo>
                <a:lnTo>
                  <a:pt x="449808" y="2545007"/>
                </a:lnTo>
                <a:lnTo>
                  <a:pt x="449809" y="2545006"/>
                </a:lnTo>
                <a:cubicBezTo>
                  <a:pt x="449975" y="2536458"/>
                  <a:pt x="448832" y="2527790"/>
                  <a:pt x="446164" y="2518264"/>
                </a:cubicBezTo>
                <a:cubicBezTo>
                  <a:pt x="443593" y="2509024"/>
                  <a:pt x="441212" y="2499773"/>
                  <a:pt x="439584" y="2490551"/>
                </a:cubicBezTo>
                <a:lnTo>
                  <a:pt x="437521" y="2463018"/>
                </a:lnTo>
                <a:lnTo>
                  <a:pt x="443352" y="2435913"/>
                </a:lnTo>
                <a:cubicBezTo>
                  <a:pt x="446987" y="2426977"/>
                  <a:pt x="452500" y="2418155"/>
                  <a:pt x="460453" y="2409486"/>
                </a:cubicBezTo>
                <a:cubicBezTo>
                  <a:pt x="477980" y="2390435"/>
                  <a:pt x="489220" y="2364716"/>
                  <a:pt x="484838" y="2334045"/>
                </a:cubicBezTo>
                <a:cubicBezTo>
                  <a:pt x="479314" y="2295754"/>
                  <a:pt x="493220" y="2260891"/>
                  <a:pt x="513795" y="2228315"/>
                </a:cubicBezTo>
                <a:cubicBezTo>
                  <a:pt x="521225" y="2216693"/>
                  <a:pt x="525415" y="2202405"/>
                  <a:pt x="529035" y="2188880"/>
                </a:cubicBezTo>
                <a:cubicBezTo>
                  <a:pt x="537418" y="2157637"/>
                  <a:pt x="544848" y="2126202"/>
                  <a:pt x="551706" y="2094579"/>
                </a:cubicBezTo>
                <a:cubicBezTo>
                  <a:pt x="557420" y="2068670"/>
                  <a:pt x="561612" y="2042571"/>
                  <a:pt x="566565" y="2016470"/>
                </a:cubicBezTo>
                <a:cubicBezTo>
                  <a:pt x="571899" y="1987895"/>
                  <a:pt x="584283" y="1965225"/>
                  <a:pt x="613048" y="1953414"/>
                </a:cubicBezTo>
                <a:cubicBezTo>
                  <a:pt x="622192" y="1949604"/>
                  <a:pt x="629433" y="1940460"/>
                  <a:pt x="637053" y="1933220"/>
                </a:cubicBezTo>
                <a:cubicBezTo>
                  <a:pt x="642577" y="1928077"/>
                  <a:pt x="646769" y="1921217"/>
                  <a:pt x="652483" y="1916455"/>
                </a:cubicBezTo>
                <a:cubicBezTo>
                  <a:pt x="682584" y="1891498"/>
                  <a:pt x="712873" y="1866923"/>
                  <a:pt x="742974" y="1842159"/>
                </a:cubicBezTo>
                <a:cubicBezTo>
                  <a:pt x="745832" y="1839680"/>
                  <a:pt x="749261" y="1837014"/>
                  <a:pt x="750595" y="1833776"/>
                </a:cubicBezTo>
                <a:cubicBezTo>
                  <a:pt x="764501" y="1800247"/>
                  <a:pt x="777645" y="1766336"/>
                  <a:pt x="792316" y="1733189"/>
                </a:cubicBezTo>
                <a:cubicBezTo>
                  <a:pt x="798030" y="1720424"/>
                  <a:pt x="805078" y="1707280"/>
                  <a:pt x="814985" y="1697754"/>
                </a:cubicBezTo>
                <a:cubicBezTo>
                  <a:pt x="837465" y="1676037"/>
                  <a:pt x="861850" y="1656224"/>
                  <a:pt x="871566" y="1624981"/>
                </a:cubicBezTo>
                <a:cubicBezTo>
                  <a:pt x="874423" y="1615837"/>
                  <a:pt x="875948" y="1604979"/>
                  <a:pt x="873471" y="1596214"/>
                </a:cubicBezTo>
                <a:close/>
                <a:moveTo>
                  <a:pt x="820975" y="1453958"/>
                </a:moveTo>
                <a:lnTo>
                  <a:pt x="826772" y="1459073"/>
                </a:lnTo>
                <a:lnTo>
                  <a:pt x="835990" y="1481572"/>
                </a:lnTo>
                <a:lnTo>
                  <a:pt x="826773" y="1459074"/>
                </a:lnTo>
                <a:lnTo>
                  <a:pt x="826772" y="1459073"/>
                </a:lnTo>
                <a:lnTo>
                  <a:pt x="826772" y="1459073"/>
                </a:lnTo>
                <a:close/>
                <a:moveTo>
                  <a:pt x="807579" y="1268758"/>
                </a:moveTo>
                <a:lnTo>
                  <a:pt x="802412" y="1286069"/>
                </a:lnTo>
                <a:cubicBezTo>
                  <a:pt x="787838" y="1306930"/>
                  <a:pt x="781599" y="1328552"/>
                  <a:pt x="780074" y="1350627"/>
                </a:cubicBezTo>
                <a:lnTo>
                  <a:pt x="785669" y="1413840"/>
                </a:lnTo>
                <a:lnTo>
                  <a:pt x="780075" y="1350628"/>
                </a:lnTo>
                <a:cubicBezTo>
                  <a:pt x="781599" y="1328553"/>
                  <a:pt x="787839" y="1306930"/>
                  <a:pt x="802412" y="1286070"/>
                </a:cubicBezTo>
                <a:cubicBezTo>
                  <a:pt x="805555" y="1281689"/>
                  <a:pt x="807127" y="1275402"/>
                  <a:pt x="807579" y="1268758"/>
                </a:cubicBezTo>
                <a:close/>
                <a:moveTo>
                  <a:pt x="865850" y="773035"/>
                </a:moveTo>
                <a:lnTo>
                  <a:pt x="857850" y="854379"/>
                </a:lnTo>
                <a:cubicBezTo>
                  <a:pt x="855564" y="878956"/>
                  <a:pt x="854802" y="903722"/>
                  <a:pt x="826796" y="915343"/>
                </a:cubicBezTo>
                <a:cubicBezTo>
                  <a:pt x="822414" y="917059"/>
                  <a:pt x="819176" y="922773"/>
                  <a:pt x="816318" y="927155"/>
                </a:cubicBezTo>
                <a:cubicBezTo>
                  <a:pt x="772310" y="994785"/>
                  <a:pt x="773454" y="1030980"/>
                  <a:pt x="819938" y="1097087"/>
                </a:cubicBezTo>
                <a:cubicBezTo>
                  <a:pt x="824700" y="1103945"/>
                  <a:pt x="828130" y="1118613"/>
                  <a:pt x="824320" y="1123185"/>
                </a:cubicBezTo>
                <a:cubicBezTo>
                  <a:pt x="808508" y="1142617"/>
                  <a:pt x="801460" y="1162954"/>
                  <a:pt x="799602" y="1184029"/>
                </a:cubicBezTo>
                <a:cubicBezTo>
                  <a:pt x="801460" y="1162954"/>
                  <a:pt x="808509" y="1142618"/>
                  <a:pt x="824321" y="1123186"/>
                </a:cubicBezTo>
                <a:cubicBezTo>
                  <a:pt x="828131" y="1118614"/>
                  <a:pt x="824701" y="1103946"/>
                  <a:pt x="819939" y="1097088"/>
                </a:cubicBezTo>
                <a:cubicBezTo>
                  <a:pt x="773455" y="1030981"/>
                  <a:pt x="772311" y="994786"/>
                  <a:pt x="816319" y="927156"/>
                </a:cubicBezTo>
                <a:cubicBezTo>
                  <a:pt x="819177" y="922774"/>
                  <a:pt x="822415" y="917060"/>
                  <a:pt x="826797" y="915344"/>
                </a:cubicBezTo>
                <a:cubicBezTo>
                  <a:pt x="854802" y="903723"/>
                  <a:pt x="855564" y="878957"/>
                  <a:pt x="857850" y="854380"/>
                </a:cubicBezTo>
                <a:cubicBezTo>
                  <a:pt x="860326" y="827330"/>
                  <a:pt x="863564" y="800277"/>
                  <a:pt x="865850" y="773036"/>
                </a:cubicBezTo>
                <a:close/>
                <a:moveTo>
                  <a:pt x="810449" y="517851"/>
                </a:moveTo>
                <a:lnTo>
                  <a:pt x="819366" y="556047"/>
                </a:lnTo>
                <a:cubicBezTo>
                  <a:pt x="821462" y="564048"/>
                  <a:pt x="826986" y="572622"/>
                  <a:pt x="825844" y="580050"/>
                </a:cubicBezTo>
                <a:cubicBezTo>
                  <a:pt x="822510" y="601578"/>
                  <a:pt x="824939" y="622201"/>
                  <a:pt x="829225" y="642537"/>
                </a:cubicBezTo>
                <a:lnTo>
                  <a:pt x="841749" y="694928"/>
                </a:lnTo>
                <a:lnTo>
                  <a:pt x="829226" y="642538"/>
                </a:lnTo>
                <a:cubicBezTo>
                  <a:pt x="824940" y="622201"/>
                  <a:pt x="822511" y="601579"/>
                  <a:pt x="825845" y="580051"/>
                </a:cubicBezTo>
                <a:cubicBezTo>
                  <a:pt x="826987" y="572623"/>
                  <a:pt x="821463" y="564049"/>
                  <a:pt x="819367" y="556048"/>
                </a:cubicBezTo>
                <a:close/>
                <a:moveTo>
                  <a:pt x="797154" y="298169"/>
                </a:moveTo>
                <a:lnTo>
                  <a:pt x="811936" y="313533"/>
                </a:lnTo>
                <a:cubicBezTo>
                  <a:pt x="816128" y="316389"/>
                  <a:pt x="813842" y="330298"/>
                  <a:pt x="812508" y="338870"/>
                </a:cubicBezTo>
                <a:cubicBezTo>
                  <a:pt x="809650" y="357921"/>
                  <a:pt x="802412" y="376781"/>
                  <a:pt x="802602" y="395640"/>
                </a:cubicBezTo>
                <a:lnTo>
                  <a:pt x="806412" y="367328"/>
                </a:lnTo>
                <a:cubicBezTo>
                  <a:pt x="808555" y="357874"/>
                  <a:pt x="811080" y="348396"/>
                  <a:pt x="812509" y="338871"/>
                </a:cubicBezTo>
                <a:cubicBezTo>
                  <a:pt x="813843" y="330299"/>
                  <a:pt x="816129" y="316390"/>
                  <a:pt x="811937" y="313534"/>
                </a:cubicBezTo>
                <a:close/>
                <a:moveTo>
                  <a:pt x="789609" y="281568"/>
                </a:moveTo>
                <a:lnTo>
                  <a:pt x="794503" y="295415"/>
                </a:lnTo>
                <a:lnTo>
                  <a:pt x="794504" y="295415"/>
                </a:lnTo>
                <a:close/>
                <a:moveTo>
                  <a:pt x="802929" y="24486"/>
                </a:moveTo>
                <a:lnTo>
                  <a:pt x="805191" y="74129"/>
                </a:lnTo>
                <a:cubicBezTo>
                  <a:pt x="803807" y="100174"/>
                  <a:pt x="799302" y="125876"/>
                  <a:pt x="795072" y="151569"/>
                </a:cubicBezTo>
                <a:lnTo>
                  <a:pt x="794873" y="153388"/>
                </a:lnTo>
                <a:lnTo>
                  <a:pt x="791059" y="177271"/>
                </a:lnTo>
                <a:lnTo>
                  <a:pt x="786600" y="228944"/>
                </a:lnTo>
                <a:lnTo>
                  <a:pt x="786600" y="228948"/>
                </a:lnTo>
                <a:lnTo>
                  <a:pt x="786600" y="228949"/>
                </a:lnTo>
                <a:lnTo>
                  <a:pt x="786600" y="228944"/>
                </a:lnTo>
                <a:lnTo>
                  <a:pt x="794873" y="153388"/>
                </a:lnTo>
                <a:lnTo>
                  <a:pt x="799269" y="125861"/>
                </a:lnTo>
                <a:cubicBezTo>
                  <a:pt x="801959" y="108703"/>
                  <a:pt x="804269" y="91492"/>
                  <a:pt x="805192" y="74129"/>
                </a:cubicBezTo>
                <a:close/>
                <a:moveTo>
                  <a:pt x="341402" y="0"/>
                </a:moveTo>
                <a:lnTo>
                  <a:pt x="805510" y="0"/>
                </a:lnTo>
                <a:lnTo>
                  <a:pt x="802792" y="21486"/>
                </a:lnTo>
                <a:lnTo>
                  <a:pt x="805510" y="1"/>
                </a:lnTo>
                <a:lnTo>
                  <a:pt x="4572002" y="2"/>
                </a:lnTo>
                <a:lnTo>
                  <a:pt x="4572002" y="6858002"/>
                </a:lnTo>
                <a:lnTo>
                  <a:pt x="312449" y="6858002"/>
                </a:lnTo>
                <a:lnTo>
                  <a:pt x="312449" y="6858001"/>
                </a:lnTo>
                <a:lnTo>
                  <a:pt x="312449" y="6858001"/>
                </a:lnTo>
                <a:lnTo>
                  <a:pt x="306286" y="6812064"/>
                </a:lnTo>
                <a:lnTo>
                  <a:pt x="311060" y="6776800"/>
                </a:lnTo>
                <a:cubicBezTo>
                  <a:pt x="314156" y="6765164"/>
                  <a:pt x="318906" y="6753698"/>
                  <a:pt x="325764" y="6742553"/>
                </a:cubicBezTo>
                <a:cubicBezTo>
                  <a:pt x="334052" y="6729219"/>
                  <a:pt x="339196" y="6716169"/>
                  <a:pt x="339600" y="6702977"/>
                </a:cubicBezTo>
                <a:lnTo>
                  <a:pt x="339600" y="6702976"/>
                </a:lnTo>
                <a:lnTo>
                  <a:pt x="339600" y="6702976"/>
                </a:lnTo>
                <a:cubicBezTo>
                  <a:pt x="340005" y="6689783"/>
                  <a:pt x="335671" y="6676448"/>
                  <a:pt x="325002" y="6662541"/>
                </a:cubicBezTo>
                <a:cubicBezTo>
                  <a:pt x="321335" y="6657826"/>
                  <a:pt x="319038" y="6651967"/>
                  <a:pt x="317919" y="6645552"/>
                </a:cubicBezTo>
                <a:lnTo>
                  <a:pt x="317907" y="6625225"/>
                </a:lnTo>
                <a:lnTo>
                  <a:pt x="334529" y="6588626"/>
                </a:lnTo>
                <a:cubicBezTo>
                  <a:pt x="340625" y="6582147"/>
                  <a:pt x="346721" y="6575479"/>
                  <a:pt x="357008" y="6564621"/>
                </a:cubicBezTo>
                <a:lnTo>
                  <a:pt x="357008" y="6564620"/>
                </a:lnTo>
                <a:lnTo>
                  <a:pt x="334529" y="6588625"/>
                </a:lnTo>
                <a:cubicBezTo>
                  <a:pt x="326052" y="6597578"/>
                  <a:pt x="320003" y="6611342"/>
                  <a:pt x="317907" y="6625224"/>
                </a:cubicBezTo>
                <a:lnTo>
                  <a:pt x="317907" y="6625225"/>
                </a:lnTo>
                <a:lnTo>
                  <a:pt x="317907" y="6625225"/>
                </a:lnTo>
                <a:cubicBezTo>
                  <a:pt x="315811" y="6639108"/>
                  <a:pt x="317668" y="6653111"/>
                  <a:pt x="325002" y="6662542"/>
                </a:cubicBezTo>
                <a:cubicBezTo>
                  <a:pt x="330337" y="6669496"/>
                  <a:pt x="334087" y="6676306"/>
                  <a:pt x="336454" y="6683027"/>
                </a:cubicBezTo>
                <a:lnTo>
                  <a:pt x="339600" y="6702976"/>
                </a:lnTo>
                <a:lnTo>
                  <a:pt x="325764" y="6742552"/>
                </a:lnTo>
                <a:cubicBezTo>
                  <a:pt x="312048" y="6764841"/>
                  <a:pt x="306762" y="6788417"/>
                  <a:pt x="306286" y="6812063"/>
                </a:cubicBezTo>
                <a:lnTo>
                  <a:pt x="306286" y="6812064"/>
                </a:lnTo>
                <a:lnTo>
                  <a:pt x="306286" y="6812064"/>
                </a:lnTo>
                <a:lnTo>
                  <a:pt x="312449" y="6858001"/>
                </a:lnTo>
                <a:lnTo>
                  <a:pt x="140196" y="6858001"/>
                </a:lnTo>
                <a:lnTo>
                  <a:pt x="130496" y="6815516"/>
                </a:lnTo>
                <a:cubicBezTo>
                  <a:pt x="124972" y="6793035"/>
                  <a:pt x="115065" y="6771319"/>
                  <a:pt x="111445" y="6748458"/>
                </a:cubicBezTo>
                <a:cubicBezTo>
                  <a:pt x="102873" y="6694164"/>
                  <a:pt x="96777" y="6639488"/>
                  <a:pt x="89919" y="6584812"/>
                </a:cubicBezTo>
                <a:cubicBezTo>
                  <a:pt x="82870" y="6528424"/>
                  <a:pt x="75440" y="6472225"/>
                  <a:pt x="69154" y="6415833"/>
                </a:cubicBezTo>
                <a:cubicBezTo>
                  <a:pt x="65914" y="6384972"/>
                  <a:pt x="65344" y="6353919"/>
                  <a:pt x="62296" y="6323058"/>
                </a:cubicBezTo>
                <a:cubicBezTo>
                  <a:pt x="59628" y="6296005"/>
                  <a:pt x="54675" y="6269144"/>
                  <a:pt x="51435" y="6242093"/>
                </a:cubicBezTo>
                <a:cubicBezTo>
                  <a:pt x="48769" y="6218660"/>
                  <a:pt x="47245" y="6195037"/>
                  <a:pt x="44577" y="6171605"/>
                </a:cubicBezTo>
                <a:cubicBezTo>
                  <a:pt x="40197" y="6134075"/>
                  <a:pt x="35243" y="6096736"/>
                  <a:pt x="30671" y="6059397"/>
                </a:cubicBezTo>
                <a:cubicBezTo>
                  <a:pt x="28957" y="6043776"/>
                  <a:pt x="24194" y="6027392"/>
                  <a:pt x="27051" y="6012723"/>
                </a:cubicBezTo>
                <a:cubicBezTo>
                  <a:pt x="34291" y="5975764"/>
                  <a:pt x="32195" y="5939377"/>
                  <a:pt x="27243" y="5902610"/>
                </a:cubicBezTo>
                <a:cubicBezTo>
                  <a:pt x="25526" y="5890037"/>
                  <a:pt x="25908" y="5876511"/>
                  <a:pt x="29147" y="5864318"/>
                </a:cubicBezTo>
                <a:cubicBezTo>
                  <a:pt x="35625" y="5839361"/>
                  <a:pt x="44769" y="5815169"/>
                  <a:pt x="52769" y="5790592"/>
                </a:cubicBezTo>
                <a:cubicBezTo>
                  <a:pt x="53721" y="5787924"/>
                  <a:pt x="53913" y="5784686"/>
                  <a:pt x="54483" y="5781830"/>
                </a:cubicBezTo>
                <a:cubicBezTo>
                  <a:pt x="57724" y="5765635"/>
                  <a:pt x="60962" y="5749634"/>
                  <a:pt x="63820" y="5733440"/>
                </a:cubicBezTo>
                <a:cubicBezTo>
                  <a:pt x="65344" y="5724678"/>
                  <a:pt x="65534" y="5715723"/>
                  <a:pt x="66868" y="5706959"/>
                </a:cubicBezTo>
                <a:cubicBezTo>
                  <a:pt x="72202" y="5673050"/>
                  <a:pt x="63248" y="5635711"/>
                  <a:pt x="86299" y="5606372"/>
                </a:cubicBezTo>
                <a:cubicBezTo>
                  <a:pt x="101159" y="5587321"/>
                  <a:pt x="97729" y="5568842"/>
                  <a:pt x="95443" y="5548460"/>
                </a:cubicBezTo>
                <a:cubicBezTo>
                  <a:pt x="93729" y="5533027"/>
                  <a:pt x="94301" y="5517215"/>
                  <a:pt x="94109" y="5501594"/>
                </a:cubicBezTo>
                <a:cubicBezTo>
                  <a:pt x="93539" y="5474161"/>
                  <a:pt x="93347" y="5446728"/>
                  <a:pt x="92395" y="5419295"/>
                </a:cubicBezTo>
                <a:cubicBezTo>
                  <a:pt x="92015" y="5410531"/>
                  <a:pt x="87251" y="5401579"/>
                  <a:pt x="88013" y="5393005"/>
                </a:cubicBezTo>
                <a:cubicBezTo>
                  <a:pt x="91633" y="5353379"/>
                  <a:pt x="97349" y="5313754"/>
                  <a:pt x="100587" y="5274129"/>
                </a:cubicBezTo>
                <a:cubicBezTo>
                  <a:pt x="102491" y="5251650"/>
                  <a:pt x="98873" y="5228597"/>
                  <a:pt x="101539" y="5206308"/>
                </a:cubicBezTo>
                <a:cubicBezTo>
                  <a:pt x="104587" y="5180591"/>
                  <a:pt x="112397" y="5155445"/>
                  <a:pt x="117162" y="5129916"/>
                </a:cubicBezTo>
                <a:cubicBezTo>
                  <a:pt x="118494" y="5122867"/>
                  <a:pt x="116780" y="5115057"/>
                  <a:pt x="116400" y="5107627"/>
                </a:cubicBezTo>
                <a:cubicBezTo>
                  <a:pt x="116017" y="5099245"/>
                  <a:pt x="115255" y="5091052"/>
                  <a:pt x="115065" y="5082670"/>
                </a:cubicBezTo>
                <a:cubicBezTo>
                  <a:pt x="114683" y="5057141"/>
                  <a:pt x="115255" y="5031614"/>
                  <a:pt x="113921" y="5006086"/>
                </a:cubicBezTo>
                <a:cubicBezTo>
                  <a:pt x="113159" y="4990465"/>
                  <a:pt x="105349" y="4974082"/>
                  <a:pt x="108207" y="4959602"/>
                </a:cubicBezTo>
                <a:cubicBezTo>
                  <a:pt x="113731" y="4930075"/>
                  <a:pt x="101349" y="4900546"/>
                  <a:pt x="111635" y="4871019"/>
                </a:cubicBezTo>
                <a:cubicBezTo>
                  <a:pt x="114683" y="4861873"/>
                  <a:pt x="107063" y="4849300"/>
                  <a:pt x="106683" y="4838250"/>
                </a:cubicBezTo>
                <a:cubicBezTo>
                  <a:pt x="105731" y="4810627"/>
                  <a:pt x="105921" y="4783004"/>
                  <a:pt x="106111" y="4755381"/>
                </a:cubicBezTo>
                <a:cubicBezTo>
                  <a:pt x="106301" y="4730614"/>
                  <a:pt x="103635" y="4704895"/>
                  <a:pt x="108969" y="4681083"/>
                </a:cubicBezTo>
                <a:cubicBezTo>
                  <a:pt x="114683" y="4656126"/>
                  <a:pt x="113921" y="4633647"/>
                  <a:pt x="107445" y="4609452"/>
                </a:cubicBezTo>
                <a:cubicBezTo>
                  <a:pt x="103063" y="4592878"/>
                  <a:pt x="102491" y="4575351"/>
                  <a:pt x="101159" y="4558207"/>
                </a:cubicBezTo>
                <a:cubicBezTo>
                  <a:pt x="99635" y="4539728"/>
                  <a:pt x="103635" y="4519343"/>
                  <a:pt x="97349" y="4502579"/>
                </a:cubicBezTo>
                <a:cubicBezTo>
                  <a:pt x="78678" y="4452665"/>
                  <a:pt x="74678" y="4401419"/>
                  <a:pt x="74678" y="4349222"/>
                </a:cubicBezTo>
                <a:cubicBezTo>
                  <a:pt x="74678" y="4339695"/>
                  <a:pt x="77344" y="4329979"/>
                  <a:pt x="80202" y="4320837"/>
                </a:cubicBezTo>
                <a:cubicBezTo>
                  <a:pt x="97349" y="4267493"/>
                  <a:pt x="95825" y="4213961"/>
                  <a:pt x="85346" y="4159667"/>
                </a:cubicBezTo>
                <a:cubicBezTo>
                  <a:pt x="83060" y="4148427"/>
                  <a:pt x="82678" y="4135854"/>
                  <a:pt x="84964" y="4124614"/>
                </a:cubicBezTo>
                <a:cubicBezTo>
                  <a:pt x="91633" y="4092989"/>
                  <a:pt x="102683" y="4062318"/>
                  <a:pt x="107445" y="4030503"/>
                </a:cubicBezTo>
                <a:cubicBezTo>
                  <a:pt x="115255" y="3977925"/>
                  <a:pt x="88967" y="3932394"/>
                  <a:pt x="71820" y="3885338"/>
                </a:cubicBezTo>
                <a:cubicBezTo>
                  <a:pt x="55627" y="3840569"/>
                  <a:pt x="19050" y="3802467"/>
                  <a:pt x="27243" y="3749506"/>
                </a:cubicBezTo>
                <a:cubicBezTo>
                  <a:pt x="28005" y="3744173"/>
                  <a:pt x="22860" y="3738267"/>
                  <a:pt x="21526" y="3732361"/>
                </a:cubicBezTo>
                <a:cubicBezTo>
                  <a:pt x="17906" y="3716168"/>
                  <a:pt x="13526" y="3699976"/>
                  <a:pt x="11810" y="3683591"/>
                </a:cubicBezTo>
                <a:cubicBezTo>
                  <a:pt x="9524" y="3663589"/>
                  <a:pt x="10286" y="3643204"/>
                  <a:pt x="8382" y="3623201"/>
                </a:cubicBezTo>
                <a:cubicBezTo>
                  <a:pt x="6096" y="3597482"/>
                  <a:pt x="0" y="3572146"/>
                  <a:pt x="0" y="3546617"/>
                </a:cubicBezTo>
                <a:cubicBezTo>
                  <a:pt x="0" y="3526042"/>
                  <a:pt x="7048" y="3505657"/>
                  <a:pt x="10478" y="3485275"/>
                </a:cubicBezTo>
                <a:cubicBezTo>
                  <a:pt x="15240" y="3456508"/>
                  <a:pt x="13906" y="3424883"/>
                  <a:pt x="26098" y="3399546"/>
                </a:cubicBezTo>
                <a:cubicBezTo>
                  <a:pt x="39053" y="3372495"/>
                  <a:pt x="44959" y="3346776"/>
                  <a:pt x="40959" y="3318771"/>
                </a:cubicBezTo>
                <a:cubicBezTo>
                  <a:pt x="39625" y="3309437"/>
                  <a:pt x="31623" y="3297434"/>
                  <a:pt x="23432" y="3293244"/>
                </a:cubicBezTo>
                <a:cubicBezTo>
                  <a:pt x="5144" y="3283908"/>
                  <a:pt x="1904" y="3271145"/>
                  <a:pt x="8192" y="3253809"/>
                </a:cubicBezTo>
                <a:cubicBezTo>
                  <a:pt x="13526" y="3238758"/>
                  <a:pt x="16192" y="3220280"/>
                  <a:pt x="26481" y="3209993"/>
                </a:cubicBezTo>
                <a:cubicBezTo>
                  <a:pt x="55627" y="3180844"/>
                  <a:pt x="56580" y="3143695"/>
                  <a:pt x="64390" y="3107500"/>
                </a:cubicBezTo>
                <a:cubicBezTo>
                  <a:pt x="69154" y="3085403"/>
                  <a:pt x="69344" y="3064827"/>
                  <a:pt x="66106" y="3042728"/>
                </a:cubicBezTo>
                <a:cubicBezTo>
                  <a:pt x="58866" y="2994722"/>
                  <a:pt x="69154" y="2948047"/>
                  <a:pt x="82298" y="2901943"/>
                </a:cubicBezTo>
                <a:cubicBezTo>
                  <a:pt x="91061" y="2871462"/>
                  <a:pt x="96395" y="2840219"/>
                  <a:pt x="105349" y="2809930"/>
                </a:cubicBezTo>
                <a:cubicBezTo>
                  <a:pt x="112207" y="2787259"/>
                  <a:pt x="120400" y="2764590"/>
                  <a:pt x="131448" y="2743826"/>
                </a:cubicBezTo>
                <a:cubicBezTo>
                  <a:pt x="147643" y="2713723"/>
                  <a:pt x="172027" y="2687436"/>
                  <a:pt x="165549" y="2649143"/>
                </a:cubicBezTo>
                <a:cubicBezTo>
                  <a:pt x="159835" y="2615421"/>
                  <a:pt x="171835" y="2584942"/>
                  <a:pt x="183266" y="2554079"/>
                </a:cubicBezTo>
                <a:cubicBezTo>
                  <a:pt x="191648" y="2531409"/>
                  <a:pt x="200222" y="2508742"/>
                  <a:pt x="205556" y="2485307"/>
                </a:cubicBezTo>
                <a:cubicBezTo>
                  <a:pt x="211843" y="2457492"/>
                  <a:pt x="209175" y="2426059"/>
                  <a:pt x="220797" y="2401292"/>
                </a:cubicBezTo>
                <a:cubicBezTo>
                  <a:pt x="232989" y="2375383"/>
                  <a:pt x="224797" y="2353859"/>
                  <a:pt x="221367" y="2330806"/>
                </a:cubicBezTo>
                <a:cubicBezTo>
                  <a:pt x="216033" y="2294039"/>
                  <a:pt x="206126" y="2257459"/>
                  <a:pt x="218701" y="2220312"/>
                </a:cubicBezTo>
                <a:cubicBezTo>
                  <a:pt x="233941" y="2175163"/>
                  <a:pt x="250324" y="2130393"/>
                  <a:pt x="264802" y="2085054"/>
                </a:cubicBezTo>
                <a:cubicBezTo>
                  <a:pt x="270329" y="2067525"/>
                  <a:pt x="272615" y="2048668"/>
                  <a:pt x="275091" y="2030378"/>
                </a:cubicBezTo>
                <a:cubicBezTo>
                  <a:pt x="277187" y="2013043"/>
                  <a:pt x="271853" y="1992279"/>
                  <a:pt x="279853" y="1978940"/>
                </a:cubicBezTo>
                <a:cubicBezTo>
                  <a:pt x="300428" y="1944649"/>
                  <a:pt x="310524" y="1909408"/>
                  <a:pt x="310524" y="1869780"/>
                </a:cubicBezTo>
                <a:cubicBezTo>
                  <a:pt x="310524" y="1854920"/>
                  <a:pt x="319098" y="1840441"/>
                  <a:pt x="320622" y="1825393"/>
                </a:cubicBezTo>
                <a:cubicBezTo>
                  <a:pt x="322526" y="1804816"/>
                  <a:pt x="327671" y="1781194"/>
                  <a:pt x="320430" y="1763287"/>
                </a:cubicBezTo>
                <a:cubicBezTo>
                  <a:pt x="303286" y="1721185"/>
                  <a:pt x="317574" y="1687086"/>
                  <a:pt x="334529" y="1650317"/>
                </a:cubicBezTo>
                <a:cubicBezTo>
                  <a:pt x="351293" y="1614120"/>
                  <a:pt x="364628" y="1576019"/>
                  <a:pt x="375678" y="1537537"/>
                </a:cubicBezTo>
                <a:cubicBezTo>
                  <a:pt x="379678" y="1523059"/>
                  <a:pt x="373010" y="1505724"/>
                  <a:pt x="371678" y="1489720"/>
                </a:cubicBezTo>
                <a:cubicBezTo>
                  <a:pt x="371296" y="1484004"/>
                  <a:pt x="370724" y="1477717"/>
                  <a:pt x="372630" y="1472575"/>
                </a:cubicBezTo>
                <a:cubicBezTo>
                  <a:pt x="390919" y="1422854"/>
                  <a:pt x="404825" y="1372368"/>
                  <a:pt x="395301" y="1318456"/>
                </a:cubicBezTo>
                <a:cubicBezTo>
                  <a:pt x="394347" y="1313504"/>
                  <a:pt x="396443" y="1307978"/>
                  <a:pt x="397777" y="1303024"/>
                </a:cubicBezTo>
                <a:cubicBezTo>
                  <a:pt x="404635" y="1278829"/>
                  <a:pt x="415493" y="1255206"/>
                  <a:pt x="417970" y="1230633"/>
                </a:cubicBezTo>
                <a:cubicBezTo>
                  <a:pt x="424066" y="1170051"/>
                  <a:pt x="426544" y="1109091"/>
                  <a:pt x="430544" y="1048125"/>
                </a:cubicBezTo>
                <a:cubicBezTo>
                  <a:pt x="430734" y="1044315"/>
                  <a:pt x="430734" y="1040315"/>
                  <a:pt x="432068" y="1036887"/>
                </a:cubicBezTo>
                <a:cubicBezTo>
                  <a:pt x="440260" y="1014406"/>
                  <a:pt x="437592" y="994785"/>
                  <a:pt x="421972" y="975733"/>
                </a:cubicBezTo>
                <a:cubicBezTo>
                  <a:pt x="415113" y="967350"/>
                  <a:pt x="411493" y="955920"/>
                  <a:pt x="407683" y="945444"/>
                </a:cubicBezTo>
                <a:cubicBezTo>
                  <a:pt x="401967" y="930011"/>
                  <a:pt x="396443" y="914200"/>
                  <a:pt x="392823" y="898198"/>
                </a:cubicBezTo>
                <a:cubicBezTo>
                  <a:pt x="389395" y="882384"/>
                  <a:pt x="384632" y="865430"/>
                  <a:pt x="387299" y="850189"/>
                </a:cubicBezTo>
                <a:cubicBezTo>
                  <a:pt x="392061" y="822756"/>
                  <a:pt x="402729" y="796655"/>
                  <a:pt x="409779" y="769605"/>
                </a:cubicBezTo>
                <a:cubicBezTo>
                  <a:pt x="412255" y="760270"/>
                  <a:pt x="411873" y="749982"/>
                  <a:pt x="412065" y="740268"/>
                </a:cubicBezTo>
                <a:cubicBezTo>
                  <a:pt x="412635" y="717977"/>
                  <a:pt x="407111" y="695116"/>
                  <a:pt x="422924" y="674923"/>
                </a:cubicBezTo>
                <a:cubicBezTo>
                  <a:pt x="437782" y="656255"/>
                  <a:pt x="433402" y="637392"/>
                  <a:pt x="422162" y="617772"/>
                </a:cubicBezTo>
                <a:cubicBezTo>
                  <a:pt x="414159" y="603673"/>
                  <a:pt x="407873" y="587672"/>
                  <a:pt x="404825" y="571860"/>
                </a:cubicBezTo>
                <a:cubicBezTo>
                  <a:pt x="400635" y="550141"/>
                  <a:pt x="398919" y="528615"/>
                  <a:pt x="401397" y="505182"/>
                </a:cubicBezTo>
                <a:cubicBezTo>
                  <a:pt x="403111" y="488607"/>
                  <a:pt x="403873" y="475081"/>
                  <a:pt x="413969" y="462126"/>
                </a:cubicBezTo>
                <a:cubicBezTo>
                  <a:pt x="415493" y="460032"/>
                  <a:pt x="415875" y="456222"/>
                  <a:pt x="415683" y="453364"/>
                </a:cubicBezTo>
                <a:cubicBezTo>
                  <a:pt x="412445" y="415835"/>
                  <a:pt x="414159" y="378686"/>
                  <a:pt x="416448" y="340774"/>
                </a:cubicBezTo>
                <a:cubicBezTo>
                  <a:pt x="419494" y="292579"/>
                  <a:pt x="410541" y="241901"/>
                  <a:pt x="378536" y="200182"/>
                </a:cubicBezTo>
                <a:cubicBezTo>
                  <a:pt x="373772" y="194085"/>
                  <a:pt x="371678" y="184941"/>
                  <a:pt x="370534" y="176939"/>
                </a:cubicBezTo>
                <a:cubicBezTo>
                  <a:pt x="365582" y="139219"/>
                  <a:pt x="362152" y="101308"/>
                  <a:pt x="356628" y="63587"/>
                </a:cubicBezTo>
                <a:cubicBezTo>
                  <a:pt x="353579" y="43012"/>
                  <a:pt x="350911" y="21486"/>
                  <a:pt x="342529" y="2817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891F8D6-850A-4554-AF0F-FC18D0F9D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628358" y="2991643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D2B989-8EB0-0046-04AA-CCB84F99E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68" y="2286000"/>
            <a:ext cx="6583180" cy="3800007"/>
          </a:xfrm>
        </p:spPr>
        <p:txBody>
          <a:bodyPr>
            <a:normAutofit/>
          </a:bodyPr>
          <a:lstStyle/>
          <a:p>
            <a:r>
              <a:rPr lang="es-MX" sz="2000" dirty="0"/>
              <a:t>Diseñar arquitecturas de software utilizando diferentes estilos, considerando atributos de calidad.</a:t>
            </a:r>
          </a:p>
          <a:p>
            <a:r>
              <a:rPr lang="es-CO" sz="2000" dirty="0"/>
              <a:t>Aplicar patrones de diseño y principios SOLID para crear diseños de software modulares, reutilizables y mantenibles.</a:t>
            </a:r>
          </a:p>
          <a:p>
            <a:r>
              <a:rPr lang="es-MX" sz="2000" dirty="0"/>
              <a:t>Implementar soluciones de diseño y arquitectura en proyectos de software reales, evaluando su efectividad evaluando su rendimiento y  calidad del software.</a:t>
            </a:r>
            <a:endParaRPr lang="es-CO" sz="20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01843F1-9A50-4D34-96E0-A5E4E7443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628358" y="2991645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13023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AnalogousFromDarkSeedLeftStep">
      <a:dk1>
        <a:srgbClr val="000000"/>
      </a:dk1>
      <a:lt1>
        <a:srgbClr val="FFFFFF"/>
      </a:lt1>
      <a:dk2>
        <a:srgbClr val="1C2431"/>
      </a:dk2>
      <a:lt2>
        <a:srgbClr val="F0F3F0"/>
      </a:lt2>
      <a:accent1>
        <a:srgbClr val="E329E7"/>
      </a:accent1>
      <a:accent2>
        <a:srgbClr val="8217D5"/>
      </a:accent2>
      <a:accent3>
        <a:srgbClr val="472CE7"/>
      </a:accent3>
      <a:accent4>
        <a:srgbClr val="174BD5"/>
      </a:accent4>
      <a:accent5>
        <a:srgbClr val="29ACE7"/>
      </a:accent5>
      <a:accent6>
        <a:srgbClr val="15C1AF"/>
      </a:accent6>
      <a:hlink>
        <a:srgbClr val="3F82BF"/>
      </a:hlink>
      <a:folHlink>
        <a:srgbClr val="7F7F7F"/>
      </a:folHlink>
    </a:clrScheme>
    <a:fontScheme name="Torn">
      <a:majorFont>
        <a:latin typeface="Verdana Pro Cond SemiBold"/>
        <a:ea typeface=""/>
        <a:cs typeface=""/>
      </a:majorFont>
      <a:minorFont>
        <a:latin typeface="Verdan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82</Words>
  <Application>Microsoft Office PowerPoint</Application>
  <PresentationFormat>Panorámica</PresentationFormat>
  <Paragraphs>10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Verdana Pro</vt:lpstr>
      <vt:lpstr>Verdana Pro Cond SemiBold</vt:lpstr>
      <vt:lpstr>TornVTI</vt:lpstr>
      <vt:lpstr>Arquitectura de Software</vt:lpstr>
      <vt:lpstr>¿Que es?</vt:lpstr>
      <vt:lpstr>¿Que ven?</vt:lpstr>
      <vt:lpstr>¿Ahora?</vt:lpstr>
      <vt:lpstr>Arquitectura y diseño de software</vt:lpstr>
      <vt:lpstr>Los estudiantes serán capaces 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Henriquez Miranda</dc:creator>
  <cp:lastModifiedBy>Carlos Henriquez Miranda</cp:lastModifiedBy>
  <cp:revision>5</cp:revision>
  <dcterms:created xsi:type="dcterms:W3CDTF">2024-08-03T13:34:58Z</dcterms:created>
  <dcterms:modified xsi:type="dcterms:W3CDTF">2026-02-06T13:07:59Z</dcterms:modified>
</cp:coreProperties>
</file>